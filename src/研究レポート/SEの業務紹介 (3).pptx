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3"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9144000" cy="6858000" type="screen4x3"/>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42">
          <p15:clr>
            <a:srgbClr val="A4A3A4"/>
          </p15:clr>
        </p15:guide>
        <p15:guide id="2" orient="horz" pos="2160">
          <p15:clr>
            <a:srgbClr val="A4A3A4"/>
          </p15:clr>
        </p15:guide>
        <p15:guide id="3" pos="453">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icHkaK/rsICOfKNhuZYsOKW1wh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457" autoAdjust="0"/>
  </p:normalViewPr>
  <p:slideViewPr>
    <p:cSldViewPr snapToGrid="0">
      <p:cViewPr varScale="1">
        <p:scale>
          <a:sx n="159" d="100"/>
          <a:sy n="159" d="100"/>
        </p:scale>
        <p:origin x="1854" y="144"/>
      </p:cViewPr>
      <p:guideLst>
        <p:guide pos="242"/>
        <p:guide orient="horz" pos="2160"/>
        <p:guide pos="4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Master" Target="slideMasters/slideMaster2.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27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8" y="0"/>
            <a:ext cx="3076575" cy="51276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850"/>
            <a:ext cx="3076575" cy="51276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efea9ad7b8_0_43:notes"/>
          <p:cNvSpPr txBox="1">
            <a:spLocks noGrp="1"/>
          </p:cNvSpPr>
          <p:nvPr>
            <p:ph type="body" idx="1"/>
          </p:nvPr>
        </p:nvSpPr>
        <p:spPr>
          <a:xfrm>
            <a:off x="709613" y="4926013"/>
            <a:ext cx="5680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それでは、「システムエンジニアの仕事に関して」説明させて頂きたいと思います。よろしくお願いします。</a:t>
            </a:r>
            <a:endParaRPr/>
          </a:p>
        </p:txBody>
      </p:sp>
      <p:sp>
        <p:nvSpPr>
          <p:cNvPr id="152" name="Google Shape;152;g2efea9ad7b8_0_43: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まず、みなさんは「世の中にあるシステム」と言われて何を思い浮かべますか？</a:t>
            </a:r>
            <a:endParaRPr/>
          </a:p>
          <a:p>
            <a:pPr marL="0" lvl="0" indent="0" algn="l" rtl="0">
              <a:spcBef>
                <a:spcPts val="0"/>
              </a:spcBef>
              <a:spcAft>
                <a:spcPts val="0"/>
              </a:spcAft>
              <a:buNone/>
            </a:pPr>
            <a:r>
              <a:rPr lang="ja-JP"/>
              <a:t>例えば身近なシステムで言うと、スマートフォンを通してのWeb通信販売システム（Amazon、楽天等）だったり、ソーシャル・ネットワーキング・サービス（SNS：Instagram/X/Facebook等）。</a:t>
            </a:r>
            <a:endParaRPr/>
          </a:p>
          <a:p>
            <a:pPr marL="0" lvl="0" indent="0" algn="l" rtl="0">
              <a:spcBef>
                <a:spcPts val="0"/>
              </a:spcBef>
              <a:spcAft>
                <a:spcPts val="0"/>
              </a:spcAft>
              <a:buNone/>
            </a:pPr>
            <a:r>
              <a:rPr lang="ja-JP"/>
              <a:t>スーパーやコンビニで購入時のPOSシステム。</a:t>
            </a:r>
            <a:endParaRPr/>
          </a:p>
          <a:p>
            <a:pPr marL="0" lvl="0" indent="0" algn="l" rtl="0">
              <a:spcBef>
                <a:spcPts val="0"/>
              </a:spcBef>
              <a:spcAft>
                <a:spcPts val="0"/>
              </a:spcAft>
              <a:buNone/>
            </a:pPr>
            <a:r>
              <a:rPr lang="ja-JP"/>
              <a:t>図書館で本を借りる時の、図書管理システム。</a:t>
            </a:r>
            <a:endParaRPr/>
          </a:p>
          <a:p>
            <a:pPr marL="0" lvl="0" indent="0" algn="l" rtl="0">
              <a:spcBef>
                <a:spcPts val="0"/>
              </a:spcBef>
              <a:spcAft>
                <a:spcPts val="0"/>
              </a:spcAft>
              <a:buNone/>
            </a:pPr>
            <a:r>
              <a:rPr lang="ja-JP"/>
              <a:t>等、ありとあらゆるシステムが世の中で稼働してます。</a:t>
            </a:r>
            <a:endParaRPr/>
          </a:p>
          <a:p>
            <a:pPr marL="0" lvl="0" indent="0" algn="l" rtl="0">
              <a:spcBef>
                <a:spcPts val="0"/>
              </a:spcBef>
              <a:spcAft>
                <a:spcPts val="0"/>
              </a:spcAft>
              <a:buNone/>
            </a:pPr>
            <a:r>
              <a:rPr lang="ja-JP"/>
              <a:t>みなさんのイメージでは、システムを作ることは「プログラミングをすること」だと思いますか？</a:t>
            </a:r>
            <a:endParaRPr/>
          </a:p>
          <a:p>
            <a:pPr marL="0" lvl="0" indent="0" algn="l" rtl="0">
              <a:spcBef>
                <a:spcPts val="0"/>
              </a:spcBef>
              <a:spcAft>
                <a:spcPts val="0"/>
              </a:spcAft>
              <a:buNone/>
            </a:pPr>
            <a:r>
              <a:rPr lang="ja-JP"/>
              <a:t>実際、システムを作る側になると、単に「プログラミングをすること」とは限りません。</a:t>
            </a:r>
            <a:endParaRPr/>
          </a:p>
        </p:txBody>
      </p:sp>
      <p:sp>
        <p:nvSpPr>
          <p:cNvPr id="158" name="Google Shape;158;p1: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2: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ja-JP"/>
              <a:t>では、システム作りをイメージしやすいように料理に例えます。</a:t>
            </a:r>
            <a:endParaRPr/>
          </a:p>
          <a:p>
            <a:pPr marL="0" lvl="0" indent="0" algn="l" rtl="0">
              <a:spcBef>
                <a:spcPts val="0"/>
              </a:spcBef>
              <a:spcAft>
                <a:spcPts val="0"/>
              </a:spcAft>
              <a:buNone/>
            </a:pPr>
            <a:r>
              <a:rPr lang="ja-JP"/>
              <a:t>まず料理を作る前に「何の料理を作るのか」「どんな材料を揃えたらいいか」を考えると思います。</a:t>
            </a:r>
            <a:endParaRPr/>
          </a:p>
          <a:p>
            <a:pPr marL="0" lvl="0" indent="0" algn="l" rtl="0">
              <a:spcBef>
                <a:spcPts val="0"/>
              </a:spcBef>
              <a:spcAft>
                <a:spcPts val="0"/>
              </a:spcAft>
              <a:buNone/>
            </a:pPr>
            <a:r>
              <a:rPr lang="ja-JP"/>
              <a:t>システムエンジニアリングにおいても同じで、まずシステムを作る前にどんなシステムを作るのか、この工程を「要件定義」と言います。</a:t>
            </a:r>
            <a:endParaRPr/>
          </a:p>
          <a:p>
            <a:pPr marL="0" lvl="0" indent="0" algn="l" rtl="0">
              <a:spcBef>
                <a:spcPts val="0"/>
              </a:spcBef>
              <a:spcAft>
                <a:spcPts val="0"/>
              </a:spcAft>
              <a:buNone/>
            </a:pPr>
            <a:r>
              <a:rPr lang="ja-JP"/>
              <a:t>また作るものが決まれば、どんなレシピになるのか、分量はどうするか、炒める時間はどうするかを決めます。</a:t>
            </a:r>
            <a:endParaRPr/>
          </a:p>
          <a:p>
            <a:pPr marL="0" lvl="0" indent="0" algn="l" rtl="0">
              <a:spcBef>
                <a:spcPts val="0"/>
              </a:spcBef>
              <a:spcAft>
                <a:spcPts val="0"/>
              </a:spcAft>
              <a:buNone/>
            </a:pPr>
            <a:r>
              <a:rPr lang="ja-JP"/>
              <a:t>この工程を「基本設計」といいます。</a:t>
            </a:r>
            <a:endParaRPr/>
          </a:p>
          <a:p>
            <a:pPr marL="0" lvl="0" indent="0" algn="l" rtl="0">
              <a:spcBef>
                <a:spcPts val="0"/>
              </a:spcBef>
              <a:spcAft>
                <a:spcPts val="0"/>
              </a:spcAft>
              <a:buNone/>
            </a:pPr>
            <a:endParaRPr/>
          </a:p>
          <a:p>
            <a:pPr marL="0" lvl="0" indent="0" algn="l" rtl="0">
              <a:spcBef>
                <a:spcPts val="0"/>
              </a:spcBef>
              <a:spcAft>
                <a:spcPts val="0"/>
              </a:spcAft>
              <a:buNone/>
            </a:pPr>
            <a:r>
              <a:rPr lang="ja-JP"/>
              <a:t>次に野菜を切って炒めての工程が「プログラミング」に該当します。ここで初めてプログラミングが出てきます。</a:t>
            </a:r>
            <a:endParaRPr/>
          </a:p>
          <a:p>
            <a:pPr marL="0" lvl="0" indent="0" algn="l" rtl="0">
              <a:spcBef>
                <a:spcPts val="0"/>
              </a:spcBef>
              <a:spcAft>
                <a:spcPts val="0"/>
              </a:spcAft>
              <a:buNone/>
            </a:pPr>
            <a:endParaRPr/>
          </a:p>
          <a:p>
            <a:pPr marL="0" lvl="0" indent="0" algn="l" rtl="0">
              <a:spcBef>
                <a:spcPts val="0"/>
              </a:spcBef>
              <a:spcAft>
                <a:spcPts val="0"/>
              </a:spcAft>
              <a:buNone/>
            </a:pPr>
            <a:r>
              <a:rPr lang="ja-JP"/>
              <a:t>そして完成したものを味見したり、盛り付けて見栄えを確認する工程は「システムテスト」に該当します。</a:t>
            </a:r>
            <a:endParaRPr/>
          </a:p>
          <a:p>
            <a:pPr marL="0" lvl="0" indent="0" algn="l" rtl="0">
              <a:spcBef>
                <a:spcPts val="0"/>
              </a:spcBef>
              <a:spcAft>
                <a:spcPts val="0"/>
              </a:spcAft>
              <a:buNone/>
            </a:pPr>
            <a:r>
              <a:rPr lang="ja-JP"/>
              <a:t>最後料理を出すことが、システムでいうと「システムリリース」になります。</a:t>
            </a:r>
            <a:endParaRPr/>
          </a:p>
        </p:txBody>
      </p:sp>
      <p:sp>
        <p:nvSpPr>
          <p:cNvPr id="181" name="Google Shape;181;p2:notes"/>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3: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ja-JP" dirty="0"/>
              <a:t>料理でいう「切る工程、炒める工程」、つまりシステムエンジニアリングにおけるプログラミングの工程も大事ですが、</a:t>
            </a:r>
            <a:endParaRPr dirty="0"/>
          </a:p>
          <a:p>
            <a:pPr marL="0" lvl="0" indent="0" algn="l" rtl="0">
              <a:spcBef>
                <a:spcPts val="0"/>
              </a:spcBef>
              <a:spcAft>
                <a:spcPts val="0"/>
              </a:spcAft>
              <a:buNone/>
            </a:pPr>
            <a:r>
              <a:rPr lang="ja-JP" dirty="0"/>
              <a:t>何を作るか考える工程や、どのように作るか考える工程は、とても重要なことになります。</a:t>
            </a:r>
            <a:endParaRPr dirty="0"/>
          </a:p>
          <a:p>
            <a:pPr marL="0" lvl="0" indent="0" algn="l" rtl="0">
              <a:spcBef>
                <a:spcPts val="0"/>
              </a:spcBef>
              <a:spcAft>
                <a:spcPts val="0"/>
              </a:spcAft>
              <a:buNone/>
            </a:pPr>
            <a:r>
              <a:rPr lang="ja-JP" dirty="0"/>
              <a:t>例えば料理の例で例えると</a:t>
            </a:r>
            <a:endParaRPr dirty="0"/>
          </a:p>
          <a:p>
            <a:pPr marL="0" lvl="0" indent="0" algn="l" rtl="0">
              <a:spcBef>
                <a:spcPts val="0"/>
              </a:spcBef>
              <a:spcAft>
                <a:spcPts val="0"/>
              </a:spcAft>
              <a:buNone/>
            </a:pPr>
            <a:r>
              <a:rPr lang="ja-JP" dirty="0"/>
              <a:t>Aさんが何か食べたいと言い、それを受けてBさんがAさんの要望も聞かず、何でもいいから適当に食べるものを作ろうとして作ったところ、</a:t>
            </a:r>
            <a:endParaRPr dirty="0"/>
          </a:p>
          <a:p>
            <a:pPr marL="0" lvl="0" indent="0" algn="l" rtl="0">
              <a:spcBef>
                <a:spcPts val="0"/>
              </a:spcBef>
              <a:spcAft>
                <a:spcPts val="0"/>
              </a:spcAft>
              <a:buNone/>
            </a:pPr>
            <a:r>
              <a:rPr lang="ja-JP" dirty="0"/>
              <a:t>Aさんは実は希望していたメニューであるカレーを提供することができず、不満を抱えたという失敗例を挙げています。</a:t>
            </a:r>
            <a:endParaRPr dirty="0"/>
          </a:p>
          <a:p>
            <a:pPr marL="0" lvl="0" indent="0" algn="l" rtl="0">
              <a:spcBef>
                <a:spcPts val="0"/>
              </a:spcBef>
              <a:spcAft>
                <a:spcPts val="0"/>
              </a:spcAft>
              <a:buNone/>
            </a:pPr>
            <a:r>
              <a:rPr lang="ja-JP" dirty="0"/>
              <a:t>システムも同じで、お客様の要望を聞かず、なんだかよくわからない感じでシステムを作り、よくわからないままプログラミングをすると、</a:t>
            </a:r>
            <a:endParaRPr dirty="0"/>
          </a:p>
          <a:p>
            <a:pPr marL="0" lvl="0" indent="0" algn="l" rtl="0">
              <a:spcBef>
                <a:spcPts val="0"/>
              </a:spcBef>
              <a:spcAft>
                <a:spcPts val="0"/>
              </a:spcAft>
              <a:buNone/>
            </a:pPr>
            <a:r>
              <a:rPr lang="ja-JP" dirty="0"/>
              <a:t>できあがったシステムが、お客様にとって全然使えないシステムとなり、結局お金をかけたにも関わらず使われないシステムになるという失敗例につながる可能性があります。</a:t>
            </a:r>
            <a:endParaRPr dirty="0"/>
          </a:p>
        </p:txBody>
      </p:sp>
      <p:sp>
        <p:nvSpPr>
          <p:cNvPr id="237" name="Google Shape;237;p3:notes"/>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4: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改めて、ここでシステムエンジニア（SE）の役割について説明します。（ここからはシート読み上げ）</a:t>
            </a:r>
            <a:endParaRPr/>
          </a:p>
        </p:txBody>
      </p:sp>
      <p:sp>
        <p:nvSpPr>
          <p:cNvPr id="289" name="Google Shape;289;p4: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5: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続いてシステムエンジニアの仕事の一連の流れについてです。（資料を読み上げる）</a:t>
            </a:r>
            <a:endParaRPr/>
          </a:p>
        </p:txBody>
      </p:sp>
      <p:sp>
        <p:nvSpPr>
          <p:cNvPr id="303" name="Google Shape;303;p5: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6: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dirty="0"/>
              <a:t>特にこのシステムエンジニアの仕事の流れで大事なのが「提案」と「要件定義」と言われる、システムエンジニアの工程の中でも上流工程と言われる工程です。</a:t>
            </a:r>
            <a:endParaRPr dirty="0"/>
          </a:p>
          <a:p>
            <a:pPr marL="0" lvl="0" indent="0" algn="l" rtl="0">
              <a:spcBef>
                <a:spcPts val="0"/>
              </a:spcBef>
              <a:spcAft>
                <a:spcPts val="0"/>
              </a:spcAft>
              <a:buNone/>
            </a:pPr>
            <a:r>
              <a:rPr lang="ja-JP" dirty="0"/>
              <a:t>この工程を担う人のスキルとして1つ目が「後の工程での作業に関する見識」になります。</a:t>
            </a:r>
            <a:endParaRPr dirty="0"/>
          </a:p>
          <a:p>
            <a:pPr marL="0" lvl="0" indent="0" algn="l" rtl="0">
              <a:spcBef>
                <a:spcPts val="0"/>
              </a:spcBef>
              <a:spcAft>
                <a:spcPts val="0"/>
              </a:spcAft>
              <a:buNone/>
            </a:pPr>
            <a:r>
              <a:rPr lang="ja-JP" dirty="0"/>
              <a:t>野菜の切り方が分からない人がレシピを作ることができるでしょうか。システムエンジニアも同じである程度プログラミングがわかってないと、この工程が担えません。</a:t>
            </a:r>
            <a:endParaRPr dirty="0"/>
          </a:p>
          <a:p>
            <a:pPr marL="0" lvl="0" indent="0" algn="l" rtl="0">
              <a:spcBef>
                <a:spcPts val="0"/>
              </a:spcBef>
              <a:spcAft>
                <a:spcPts val="0"/>
              </a:spcAft>
              <a:buNone/>
            </a:pPr>
            <a:r>
              <a:rPr lang="ja-JP" dirty="0" err="1"/>
              <a:t>なので</a:t>
            </a:r>
            <a:r>
              <a:rPr lang="ja-JP" dirty="0"/>
              <a:t>上流工程に携わる人でもKCCSの新入社員研修でまずはプログラミングの勉強はします。</a:t>
            </a:r>
            <a:endParaRPr dirty="0"/>
          </a:p>
          <a:p>
            <a:pPr marL="0" lvl="0" indent="0" algn="l" rtl="0">
              <a:spcBef>
                <a:spcPts val="0"/>
              </a:spcBef>
              <a:spcAft>
                <a:spcPts val="0"/>
              </a:spcAft>
              <a:buNone/>
            </a:pPr>
            <a:r>
              <a:rPr lang="ja-JP" dirty="0"/>
              <a:t>次にコミュニケーション能力です。システムエンジニア＝プログラミングだという考えだった場合、これは意外なスキルかと思うかもしれません。</a:t>
            </a:r>
            <a:endParaRPr dirty="0"/>
          </a:p>
          <a:p>
            <a:pPr marL="0" lvl="0" indent="0" algn="l" rtl="0">
              <a:spcBef>
                <a:spcPts val="0"/>
              </a:spcBef>
              <a:spcAft>
                <a:spcPts val="0"/>
              </a:spcAft>
              <a:buNone/>
            </a:pPr>
            <a:r>
              <a:rPr lang="ja-JP" dirty="0"/>
              <a:t>料理に例えると、どんな料理を食べたいか聞き出すコミュニケーションスキルが大事です。</a:t>
            </a:r>
            <a:endParaRPr dirty="0"/>
          </a:p>
          <a:p>
            <a:pPr marL="0" lvl="0" indent="0" algn="l" rtl="0">
              <a:spcBef>
                <a:spcPts val="0"/>
              </a:spcBef>
              <a:spcAft>
                <a:spcPts val="0"/>
              </a:spcAft>
              <a:buNone/>
            </a:pPr>
            <a:r>
              <a:rPr lang="ja-JP" dirty="0"/>
              <a:t>それを聞いた上で、お客様が満足するレシピは何かをまとめる、このコミュニケーションスキルは大事なものになってきます。</a:t>
            </a:r>
            <a:endParaRPr dirty="0"/>
          </a:p>
        </p:txBody>
      </p:sp>
      <p:sp>
        <p:nvSpPr>
          <p:cNvPr id="353" name="Google Shape;353;p6: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notes"/>
          <p:cNvSpPr txBox="1">
            <a:spLocks noGrp="1"/>
          </p:cNvSpPr>
          <p:nvPr>
            <p:ph type="body" idx="1"/>
          </p:nvPr>
        </p:nvSpPr>
        <p:spPr>
          <a:xfrm>
            <a:off x="709613" y="4926013"/>
            <a:ext cx="5680075"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ja-JP"/>
              <a:t>この発表を通してのまとめになります。</a:t>
            </a:r>
            <a:endParaRPr/>
          </a:p>
          <a:p>
            <a:pPr marL="0" lvl="0" indent="0" algn="l" rtl="0">
              <a:spcBef>
                <a:spcPts val="0"/>
              </a:spcBef>
              <a:spcAft>
                <a:spcPts val="0"/>
              </a:spcAft>
              <a:buNone/>
            </a:pPr>
            <a:r>
              <a:rPr lang="ja-JP"/>
              <a:t>システムエンジニアの仕事に関して</a:t>
            </a:r>
            <a:endParaRPr/>
          </a:p>
          <a:p>
            <a:pPr marL="0" lvl="0" indent="0" algn="l" rtl="0">
              <a:spcBef>
                <a:spcPts val="0"/>
              </a:spcBef>
              <a:spcAft>
                <a:spcPts val="0"/>
              </a:spcAft>
              <a:buNone/>
            </a:pPr>
            <a:r>
              <a:rPr lang="ja-JP"/>
              <a:t>①プログラミングも大事ですが、プログラミングだけではないということ</a:t>
            </a:r>
            <a:endParaRPr/>
          </a:p>
          <a:p>
            <a:pPr marL="0" lvl="0" indent="0" algn="l" rtl="0">
              <a:spcBef>
                <a:spcPts val="0"/>
              </a:spcBef>
              <a:spcAft>
                <a:spcPts val="0"/>
              </a:spcAft>
              <a:buNone/>
            </a:pPr>
            <a:r>
              <a:rPr lang="ja-JP"/>
              <a:t>②お客様の要望をふまえて、何を作りたいか、それを引き出すコミュニケーション能力や、考えることは非常に大切であるということ</a:t>
            </a:r>
            <a:endParaRPr/>
          </a:p>
          <a:p>
            <a:pPr marL="0" lvl="0" indent="0" algn="l" rtl="0">
              <a:spcBef>
                <a:spcPts val="0"/>
              </a:spcBef>
              <a:spcAft>
                <a:spcPts val="0"/>
              </a:spcAft>
              <a:buNone/>
            </a:pPr>
            <a:r>
              <a:rPr lang="ja-JP"/>
              <a:t>③システム開発にはプログラミングだけでなく、様々な工程があること</a:t>
            </a:r>
            <a:endParaRPr/>
          </a:p>
          <a:p>
            <a:pPr marL="0" lvl="0" indent="0" algn="l" rtl="0">
              <a:spcBef>
                <a:spcPts val="0"/>
              </a:spcBef>
              <a:spcAft>
                <a:spcPts val="0"/>
              </a:spcAft>
              <a:buNone/>
            </a:pPr>
            <a:r>
              <a:rPr lang="ja-JP"/>
              <a:t>の3点をまずおさえて頂ければと思います。</a:t>
            </a:r>
            <a:endParaRPr/>
          </a:p>
          <a:p>
            <a:pPr marL="0" lvl="0" indent="0" algn="l" rtl="0">
              <a:spcBef>
                <a:spcPts val="0"/>
              </a:spcBef>
              <a:spcAft>
                <a:spcPts val="0"/>
              </a:spcAft>
              <a:buNone/>
            </a:pPr>
            <a:r>
              <a:rPr lang="ja-JP"/>
              <a:t>以上、SEの業務紹介となります。何かここまででご質問等あればよろしくお願いします。</a:t>
            </a:r>
            <a:endParaRPr/>
          </a:p>
        </p:txBody>
      </p:sp>
      <p:sp>
        <p:nvSpPr>
          <p:cNvPr id="411" name="Google Shape;411;p7: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efea9ad7b8_0_86:notes"/>
          <p:cNvSpPr txBox="1">
            <a:spLocks noGrp="1"/>
          </p:cNvSpPr>
          <p:nvPr>
            <p:ph type="body" idx="1"/>
          </p:nvPr>
        </p:nvSpPr>
        <p:spPr>
          <a:xfrm>
            <a:off x="709613" y="4926013"/>
            <a:ext cx="5680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g2efea9ad7b8_0_86:notes"/>
          <p:cNvSpPr>
            <a:spLocks noGrp="1" noRot="1" noChangeAspect="1"/>
          </p:cNvSpPr>
          <p:nvPr>
            <p:ph type="sldImg" idx="2"/>
          </p:nvPr>
        </p:nvSpPr>
        <p:spPr>
          <a:xfrm>
            <a:off x="1246188" y="1279525"/>
            <a:ext cx="4606925"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gi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コンテンツ（装飾なし）">
  <p:cSld name="コンテンツ（装飾なし）">
    <p:spTree>
      <p:nvGrpSpPr>
        <p:cNvPr id="1" name="Shape 15"/>
        <p:cNvGrpSpPr/>
        <p:nvPr/>
      </p:nvGrpSpPr>
      <p:grpSpPr>
        <a:xfrm>
          <a:off x="0" y="0"/>
          <a:ext cx="0" cy="0"/>
          <a:chOff x="0" y="0"/>
          <a:chExt cx="0" cy="0"/>
        </a:xfrm>
      </p:grpSpPr>
      <p:grpSp>
        <p:nvGrpSpPr>
          <p:cNvPr id="16" name="Google Shape;16;p9"/>
          <p:cNvGrpSpPr/>
          <p:nvPr/>
        </p:nvGrpSpPr>
        <p:grpSpPr>
          <a:xfrm>
            <a:off x="383930" y="694895"/>
            <a:ext cx="8374154" cy="46800"/>
            <a:chOff x="415924" y="694895"/>
            <a:chExt cx="9072000" cy="71438"/>
          </a:xfrm>
        </p:grpSpPr>
        <p:sp>
          <p:nvSpPr>
            <p:cNvPr id="17" name="Google Shape;17;p9"/>
            <p:cNvSpPr/>
            <p:nvPr/>
          </p:nvSpPr>
          <p:spPr>
            <a:xfrm>
              <a:off x="415924" y="694895"/>
              <a:ext cx="9072000"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i="0" u="none" strike="noStrike" cap="none">
                <a:solidFill>
                  <a:schemeClr val="dk1"/>
                </a:solidFill>
                <a:latin typeface="Meiryo"/>
                <a:ea typeface="Meiryo"/>
                <a:cs typeface="Meiryo"/>
                <a:sym typeface="Meiryo"/>
              </a:endParaRPr>
            </a:p>
          </p:txBody>
        </p:sp>
        <p:sp>
          <p:nvSpPr>
            <p:cNvPr id="18" name="Google Shape;18;p9"/>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i="0" u="none" strike="noStrike" cap="none">
                <a:solidFill>
                  <a:schemeClr val="dk1"/>
                </a:solidFill>
                <a:latin typeface="Meiryo"/>
                <a:ea typeface="Meiryo"/>
                <a:cs typeface="Meiryo"/>
                <a:sym typeface="Meiryo"/>
              </a:endParaRPr>
            </a:p>
          </p:txBody>
        </p:sp>
        <p:sp>
          <p:nvSpPr>
            <p:cNvPr id="19" name="Google Shape;19;p9"/>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i="0" u="none" strike="noStrike" cap="none">
                <a:solidFill>
                  <a:schemeClr val="dk1"/>
                </a:solidFill>
                <a:latin typeface="Meiryo"/>
                <a:ea typeface="Meiryo"/>
                <a:cs typeface="Meiryo"/>
                <a:sym typeface="Meiryo"/>
              </a:endParaRPr>
            </a:p>
          </p:txBody>
        </p:sp>
      </p:grpSp>
      <p:sp>
        <p:nvSpPr>
          <p:cNvPr id="20" name="Google Shape;20;p9"/>
          <p:cNvSpPr/>
          <p:nvPr/>
        </p:nvSpPr>
        <p:spPr>
          <a:xfrm>
            <a:off x="4365199" y="6625546"/>
            <a:ext cx="413604"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62" b="0" i="0" u="none" strike="noStrike" cap="none">
              <a:solidFill>
                <a:schemeClr val="dk1"/>
              </a:solidFill>
              <a:latin typeface="Meiryo"/>
              <a:ea typeface="Meiryo"/>
              <a:cs typeface="Meiryo"/>
              <a:sym typeface="Meiryo"/>
            </a:endParaRPr>
          </a:p>
        </p:txBody>
      </p:sp>
      <p:sp>
        <p:nvSpPr>
          <p:cNvPr id="21" name="Google Shape;21;p9"/>
          <p:cNvSpPr/>
          <p:nvPr/>
        </p:nvSpPr>
        <p:spPr>
          <a:xfrm>
            <a:off x="383930" y="6554936"/>
            <a:ext cx="8374154" cy="18000"/>
          </a:xfrm>
          <a:prstGeom prst="rect">
            <a:avLst/>
          </a:prstGeom>
          <a:solidFill>
            <a:srgbClr val="FF2540"/>
          </a:solidFill>
          <a:ln>
            <a:noFill/>
          </a:ln>
        </p:spPr>
        <p:txBody>
          <a:bodyPr spcFirstLastPara="1" wrap="square" lIns="23250" tIns="23250" rIns="23250" bIns="2325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0" i="0" u="none" strike="noStrike" cap="none">
              <a:solidFill>
                <a:schemeClr val="dk1"/>
              </a:solidFill>
              <a:latin typeface="Meiryo"/>
              <a:ea typeface="Meiryo"/>
              <a:cs typeface="Meiryo"/>
              <a:sym typeface="Meiryo"/>
            </a:endParaRPr>
          </a:p>
        </p:txBody>
      </p:sp>
      <p:sp>
        <p:nvSpPr>
          <p:cNvPr id="22" name="Google Shape;22;p9"/>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922" b="0" i="0" u="none" strike="noStrike" cap="none">
                <a:solidFill>
                  <a:srgbClr val="888888"/>
                </a:solidFill>
                <a:latin typeface="Meiryo"/>
                <a:ea typeface="Meiryo"/>
                <a:cs typeface="Meiryo"/>
                <a:sym typeface="Meiryo"/>
              </a:defRPr>
            </a:lvl1pPr>
            <a:lvl2pPr marL="0" lvl="1" indent="0" algn="ctr">
              <a:spcBef>
                <a:spcPts val="0"/>
              </a:spcBef>
              <a:buNone/>
              <a:defRPr sz="922" b="0" i="0" u="none" strike="noStrike" cap="none">
                <a:solidFill>
                  <a:srgbClr val="888888"/>
                </a:solidFill>
                <a:latin typeface="Meiryo"/>
                <a:ea typeface="Meiryo"/>
                <a:cs typeface="Meiryo"/>
                <a:sym typeface="Meiryo"/>
              </a:defRPr>
            </a:lvl2pPr>
            <a:lvl3pPr marL="0" lvl="2" indent="0" algn="ctr">
              <a:spcBef>
                <a:spcPts val="0"/>
              </a:spcBef>
              <a:buNone/>
              <a:defRPr sz="922" b="0" i="0" u="none" strike="noStrike" cap="none">
                <a:solidFill>
                  <a:srgbClr val="888888"/>
                </a:solidFill>
                <a:latin typeface="Meiryo"/>
                <a:ea typeface="Meiryo"/>
                <a:cs typeface="Meiryo"/>
                <a:sym typeface="Meiryo"/>
              </a:defRPr>
            </a:lvl3pPr>
            <a:lvl4pPr marL="0" lvl="3" indent="0" algn="ctr">
              <a:spcBef>
                <a:spcPts val="0"/>
              </a:spcBef>
              <a:buNone/>
              <a:defRPr sz="922" b="0" i="0" u="none" strike="noStrike" cap="none">
                <a:solidFill>
                  <a:srgbClr val="888888"/>
                </a:solidFill>
                <a:latin typeface="Meiryo"/>
                <a:ea typeface="Meiryo"/>
                <a:cs typeface="Meiryo"/>
                <a:sym typeface="Meiryo"/>
              </a:defRPr>
            </a:lvl4pPr>
            <a:lvl5pPr marL="0" lvl="4" indent="0" algn="ctr">
              <a:spcBef>
                <a:spcPts val="0"/>
              </a:spcBef>
              <a:buNone/>
              <a:defRPr sz="922" b="0" i="0" u="none" strike="noStrike" cap="none">
                <a:solidFill>
                  <a:srgbClr val="888888"/>
                </a:solidFill>
                <a:latin typeface="Meiryo"/>
                <a:ea typeface="Meiryo"/>
                <a:cs typeface="Meiryo"/>
                <a:sym typeface="Meiryo"/>
              </a:defRPr>
            </a:lvl5pPr>
            <a:lvl6pPr marL="0" lvl="5" indent="0" algn="ctr">
              <a:spcBef>
                <a:spcPts val="0"/>
              </a:spcBef>
              <a:buNone/>
              <a:defRPr sz="922" b="0" i="0" u="none" strike="noStrike" cap="none">
                <a:solidFill>
                  <a:srgbClr val="888888"/>
                </a:solidFill>
                <a:latin typeface="Meiryo"/>
                <a:ea typeface="Meiryo"/>
                <a:cs typeface="Meiryo"/>
                <a:sym typeface="Meiryo"/>
              </a:defRPr>
            </a:lvl6pPr>
            <a:lvl7pPr marL="0" lvl="6" indent="0" algn="ctr">
              <a:spcBef>
                <a:spcPts val="0"/>
              </a:spcBef>
              <a:buNone/>
              <a:defRPr sz="922" b="0" i="0" u="none" strike="noStrike" cap="none">
                <a:solidFill>
                  <a:srgbClr val="888888"/>
                </a:solidFill>
                <a:latin typeface="Meiryo"/>
                <a:ea typeface="Meiryo"/>
                <a:cs typeface="Meiryo"/>
                <a:sym typeface="Meiryo"/>
              </a:defRPr>
            </a:lvl7pPr>
            <a:lvl8pPr marL="0" lvl="7" indent="0" algn="ctr">
              <a:spcBef>
                <a:spcPts val="0"/>
              </a:spcBef>
              <a:buNone/>
              <a:defRPr sz="922" b="0" i="0" u="none" strike="noStrike" cap="none">
                <a:solidFill>
                  <a:srgbClr val="888888"/>
                </a:solidFill>
                <a:latin typeface="Meiryo"/>
                <a:ea typeface="Meiryo"/>
                <a:cs typeface="Meiryo"/>
                <a:sym typeface="Meiryo"/>
              </a:defRPr>
            </a:lvl8pPr>
            <a:lvl9pPr marL="0" lvl="8" indent="0" algn="ctr">
              <a:spcBef>
                <a:spcPts val="0"/>
              </a:spcBef>
              <a:buNone/>
              <a:defRPr sz="922" b="0" i="0" u="none" strike="noStrike" cap="none">
                <a:solidFill>
                  <a:srgbClr val="888888"/>
                </a:solidFill>
                <a:latin typeface="Meiryo"/>
                <a:ea typeface="Meiryo"/>
                <a:cs typeface="Meiryo"/>
                <a:sym typeface="Meiryo"/>
              </a:defRPr>
            </a:lvl9pPr>
          </a:lstStyle>
          <a:p>
            <a:pPr marL="0" lvl="0" indent="0" algn="ctr" rtl="0">
              <a:spcBef>
                <a:spcPts val="0"/>
              </a:spcBef>
              <a:spcAft>
                <a:spcPts val="0"/>
              </a:spcAft>
              <a:buNone/>
            </a:pPr>
            <a:fld id="{00000000-1234-1234-1234-123412341234}" type="slidenum">
              <a:rPr lang="ja-JP"/>
              <a:t>‹#›</a:t>
            </a:fld>
            <a:endParaRPr/>
          </a:p>
        </p:txBody>
      </p:sp>
      <p:sp>
        <p:nvSpPr>
          <p:cNvPr id="23" name="Google Shape;23;p9"/>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585"/>
              <a:buFont typeface="Meiryo"/>
              <a:buNone/>
              <a:defRPr sz="2585">
                <a:solidFill>
                  <a:schemeClr val="dk1"/>
                </a:solidFill>
                <a:latin typeface="Meiryo"/>
                <a:ea typeface="Meiryo"/>
                <a:cs typeface="Meiryo"/>
                <a:sym typeface="Meiry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4" name="Google Shape;24;p9"/>
          <p:cNvPicPr preferRelativeResize="0"/>
          <p:nvPr/>
        </p:nvPicPr>
        <p:blipFill rotWithShape="1">
          <a:blip r:embed="rId2">
            <a:alphaModFix/>
          </a:blip>
          <a:srcRect/>
          <a:stretch/>
        </p:blipFill>
        <p:spPr>
          <a:xfrm>
            <a:off x="7580709" y="148186"/>
            <a:ext cx="1224618" cy="509717"/>
          </a:xfrm>
          <a:prstGeom prst="rect">
            <a:avLst/>
          </a:prstGeom>
          <a:noFill/>
          <a:ln>
            <a:noFill/>
          </a:ln>
        </p:spPr>
      </p:pic>
      <p:sp>
        <p:nvSpPr>
          <p:cNvPr id="25" name="Google Shape;25;p9"/>
          <p:cNvSpPr/>
          <p:nvPr/>
        </p:nvSpPr>
        <p:spPr>
          <a:xfrm>
            <a:off x="6311565" y="6635577"/>
            <a:ext cx="2448505" cy="124906"/>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738"/>
              <a:buFont typeface="Arial"/>
              <a:buNone/>
            </a:pPr>
            <a:r>
              <a:rPr lang="ja-JP" sz="738" b="0" i="0" u="none" strike="noStrike" cap="none">
                <a:solidFill>
                  <a:srgbClr val="0C0C0C"/>
                </a:solidFill>
                <a:latin typeface="Meiryo"/>
                <a:ea typeface="Meiryo"/>
                <a:cs typeface="Meiryo"/>
                <a:sym typeface="Meiryo"/>
              </a:rPr>
              <a:t>© KYOCERA Communication Systems Co., Ltd.</a:t>
            </a:r>
            <a:endParaRPr sz="738" b="0" i="0" u="none" strike="noStrike" cap="none">
              <a:solidFill>
                <a:srgbClr val="0C0C0C"/>
              </a:solidFill>
              <a:latin typeface="Meiryo"/>
              <a:ea typeface="Meiryo"/>
              <a:cs typeface="Meiryo"/>
              <a:sym typeface="Meiryo"/>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26"/>
        <p:cNvGrpSpPr/>
        <p:nvPr/>
      </p:nvGrpSpPr>
      <p:grpSpPr>
        <a:xfrm>
          <a:off x="0" y="0"/>
          <a:ext cx="0" cy="0"/>
          <a:chOff x="0" y="0"/>
          <a:chExt cx="0" cy="0"/>
        </a:xfrm>
      </p:grpSpPr>
      <p:sp>
        <p:nvSpPr>
          <p:cNvPr id="27" name="Google Shape;27;p1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Trebuchet M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32"/>
        <p:cNvGrpSpPr/>
        <p:nvPr/>
      </p:nvGrpSpPr>
      <p:grpSpPr>
        <a:xfrm>
          <a:off x="0" y="0"/>
          <a:ext cx="0" cy="0"/>
          <a:chOff x="0" y="0"/>
          <a:chExt cx="0" cy="0"/>
        </a:xfrm>
      </p:grpSpPr>
      <p:sp>
        <p:nvSpPr>
          <p:cNvPr id="33" name="Google Shape;33;p1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1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38"/>
        <p:cNvGrpSpPr/>
        <p:nvPr/>
      </p:nvGrpSpPr>
      <p:grpSpPr>
        <a:xfrm>
          <a:off x="0" y="0"/>
          <a:ext cx="0" cy="0"/>
          <a:chOff x="0" y="0"/>
          <a:chExt cx="0" cy="0"/>
        </a:xfrm>
      </p:grpSpPr>
      <p:sp>
        <p:nvSpPr>
          <p:cNvPr id="39" name="Google Shape;39;p1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Trebuchet M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44"/>
        <p:cNvGrpSpPr/>
        <p:nvPr/>
      </p:nvGrpSpPr>
      <p:grpSpPr>
        <a:xfrm>
          <a:off x="0" y="0"/>
          <a:ext cx="0" cy="0"/>
          <a:chOff x="0" y="0"/>
          <a:chExt cx="0" cy="0"/>
        </a:xfrm>
      </p:grpSpPr>
      <p:sp>
        <p:nvSpPr>
          <p:cNvPr id="45" name="Google Shape;45;p1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3"/>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3"/>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51"/>
        <p:cNvGrpSpPr/>
        <p:nvPr/>
      </p:nvGrpSpPr>
      <p:grpSpPr>
        <a:xfrm>
          <a:off x="0" y="0"/>
          <a:ext cx="0" cy="0"/>
          <a:chOff x="0" y="0"/>
          <a:chExt cx="0" cy="0"/>
        </a:xfrm>
      </p:grpSpPr>
      <p:sp>
        <p:nvSpPr>
          <p:cNvPr id="52" name="Google Shape;52;p14"/>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4"/>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4"/>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4"/>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14"/>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65"/>
        <p:cNvGrpSpPr/>
        <p:nvPr/>
      </p:nvGrpSpPr>
      <p:grpSpPr>
        <a:xfrm>
          <a:off x="0" y="0"/>
          <a:ext cx="0" cy="0"/>
          <a:chOff x="0" y="0"/>
          <a:chExt cx="0" cy="0"/>
        </a:xfrm>
      </p:grpSpPr>
      <p:sp>
        <p:nvSpPr>
          <p:cNvPr id="66" name="Google Shape;66;p1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10;コンテンツ" type="objTx">
  <p:cSld name="OBJECT_WITH_CAPTION_TEXT">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7"/>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17"/>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a:spLocks noGrp="1"/>
          </p:cNvSpPr>
          <p:nvPr>
            <p:ph type="pic" idx="2"/>
          </p:nvPr>
        </p:nvSpPr>
        <p:spPr>
          <a:xfrm>
            <a:off x="3887391" y="987426"/>
            <a:ext cx="4629150" cy="4873625"/>
          </a:xfrm>
          <a:prstGeom prst="rect">
            <a:avLst/>
          </a:prstGeom>
          <a:noFill/>
          <a:ln>
            <a:noFill/>
          </a:ln>
        </p:spPr>
      </p:sp>
      <p:sp>
        <p:nvSpPr>
          <p:cNvPr id="79" name="Google Shape;79;p18"/>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0" name="Google Shape;80;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と&#10;縦書きテキスト" type="vertTx">
  <p:cSld name="VERTICAL_TEXT">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9"/>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9"/>
        <p:cNvGrpSpPr/>
        <p:nvPr/>
      </p:nvGrpSpPr>
      <p:grpSpPr>
        <a:xfrm>
          <a:off x="0" y="0"/>
          <a:ext cx="0" cy="0"/>
          <a:chOff x="0" y="0"/>
          <a:chExt cx="0" cy="0"/>
        </a:xfrm>
      </p:grpSpPr>
      <p:sp>
        <p:nvSpPr>
          <p:cNvPr id="90" name="Google Shape;90;p20"/>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0"/>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コンテンツ（装飾あり）">
  <p:cSld name="コンテンツ（装飾あり）">
    <p:spTree>
      <p:nvGrpSpPr>
        <p:cNvPr id="1" name="Shape 95"/>
        <p:cNvGrpSpPr/>
        <p:nvPr/>
      </p:nvGrpSpPr>
      <p:grpSpPr>
        <a:xfrm>
          <a:off x="0" y="0"/>
          <a:ext cx="0" cy="0"/>
          <a:chOff x="0" y="0"/>
          <a:chExt cx="0" cy="0"/>
        </a:xfrm>
      </p:grpSpPr>
      <p:pic>
        <p:nvPicPr>
          <p:cNvPr id="96" name="Google Shape;96;p21"/>
          <p:cNvPicPr preferRelativeResize="0"/>
          <p:nvPr/>
        </p:nvPicPr>
        <p:blipFill rotWithShape="1">
          <a:blip r:embed="rId2">
            <a:alphaModFix/>
          </a:blip>
          <a:srcRect l="4933" r="87504"/>
          <a:stretch/>
        </p:blipFill>
        <p:spPr>
          <a:xfrm>
            <a:off x="0" y="132"/>
            <a:ext cx="691662" cy="6857868"/>
          </a:xfrm>
          <a:prstGeom prst="rect">
            <a:avLst/>
          </a:prstGeom>
          <a:noFill/>
          <a:ln>
            <a:noFill/>
          </a:ln>
        </p:spPr>
      </p:pic>
      <p:grpSp>
        <p:nvGrpSpPr>
          <p:cNvPr id="97" name="Google Shape;97;p21"/>
          <p:cNvGrpSpPr/>
          <p:nvPr/>
        </p:nvGrpSpPr>
        <p:grpSpPr>
          <a:xfrm>
            <a:off x="871538" y="694895"/>
            <a:ext cx="7888531" cy="46800"/>
            <a:chOff x="944165" y="694895"/>
            <a:chExt cx="8545909" cy="71438"/>
          </a:xfrm>
        </p:grpSpPr>
        <p:sp>
          <p:nvSpPr>
            <p:cNvPr id="98" name="Google Shape;98;p21"/>
            <p:cNvSpPr/>
            <p:nvPr/>
          </p:nvSpPr>
          <p:spPr>
            <a:xfrm>
              <a:off x="944165" y="694895"/>
              <a:ext cx="8545909"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a:solidFill>
                  <a:schemeClr val="dk1"/>
                </a:solidFill>
                <a:latin typeface="Meiryo"/>
                <a:ea typeface="Meiryo"/>
                <a:cs typeface="Meiryo"/>
                <a:sym typeface="Meiryo"/>
              </a:endParaRPr>
            </a:p>
          </p:txBody>
        </p:sp>
        <p:sp>
          <p:nvSpPr>
            <p:cNvPr id="99" name="Google Shape;99;p21"/>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a:solidFill>
                  <a:schemeClr val="dk1"/>
                </a:solidFill>
                <a:latin typeface="Meiryo"/>
                <a:ea typeface="Meiryo"/>
                <a:cs typeface="Meiryo"/>
                <a:sym typeface="Meiryo"/>
              </a:endParaRPr>
            </a:p>
          </p:txBody>
        </p:sp>
        <p:sp>
          <p:nvSpPr>
            <p:cNvPr id="100" name="Google Shape;100;p21"/>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b="1">
                <a:solidFill>
                  <a:schemeClr val="dk1"/>
                </a:solidFill>
                <a:latin typeface="Meiryo"/>
                <a:ea typeface="Meiryo"/>
                <a:cs typeface="Meiryo"/>
                <a:sym typeface="Meiryo"/>
              </a:endParaRPr>
            </a:p>
          </p:txBody>
        </p:sp>
      </p:grpSp>
      <p:sp>
        <p:nvSpPr>
          <p:cNvPr id="101" name="Google Shape;101;p21"/>
          <p:cNvSpPr/>
          <p:nvPr/>
        </p:nvSpPr>
        <p:spPr>
          <a:xfrm>
            <a:off x="4365199" y="6625546"/>
            <a:ext cx="413604"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662">
              <a:solidFill>
                <a:schemeClr val="dk1"/>
              </a:solidFill>
              <a:latin typeface="Meiryo"/>
              <a:ea typeface="Meiryo"/>
              <a:cs typeface="Meiryo"/>
              <a:sym typeface="Meiryo"/>
            </a:endParaRPr>
          </a:p>
        </p:txBody>
      </p:sp>
      <p:sp>
        <p:nvSpPr>
          <p:cNvPr id="102" name="Google Shape;102;p21"/>
          <p:cNvSpPr/>
          <p:nvPr/>
        </p:nvSpPr>
        <p:spPr>
          <a:xfrm>
            <a:off x="871538" y="6554936"/>
            <a:ext cx="7888985" cy="18000"/>
          </a:xfrm>
          <a:prstGeom prst="rect">
            <a:avLst/>
          </a:prstGeom>
          <a:solidFill>
            <a:srgbClr val="FF2540"/>
          </a:solidFill>
          <a:ln>
            <a:noFill/>
          </a:ln>
        </p:spPr>
        <p:txBody>
          <a:bodyPr spcFirstLastPara="1" wrap="square" lIns="23250" tIns="23250" rIns="23250" bIns="23250" anchor="ctr" anchorCtr="0">
            <a:noAutofit/>
          </a:bodyPr>
          <a:lstStyle/>
          <a:p>
            <a:pPr marL="284163" marR="0" lvl="0" indent="-284163" algn="ctr" rtl="0">
              <a:lnSpc>
                <a:spcPct val="90000"/>
              </a:lnSpc>
              <a:spcBef>
                <a:spcPts val="0"/>
              </a:spcBef>
              <a:spcAft>
                <a:spcPts val="0"/>
              </a:spcAft>
              <a:buClr>
                <a:srgbClr val="C09B00"/>
              </a:buClr>
              <a:buSzPts val="831"/>
              <a:buFont typeface="Arial"/>
              <a:buNone/>
            </a:pPr>
            <a:endParaRPr sz="831">
              <a:solidFill>
                <a:schemeClr val="dk1"/>
              </a:solidFill>
              <a:latin typeface="Meiryo"/>
              <a:ea typeface="Meiryo"/>
              <a:cs typeface="Meiryo"/>
              <a:sym typeface="Meiryo"/>
            </a:endParaRPr>
          </a:p>
        </p:txBody>
      </p:sp>
      <p:sp>
        <p:nvSpPr>
          <p:cNvPr id="103" name="Google Shape;103;p21"/>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922">
                <a:solidFill>
                  <a:srgbClr val="888888"/>
                </a:solidFill>
                <a:latin typeface="Meiryo"/>
                <a:ea typeface="Meiryo"/>
                <a:cs typeface="Meiryo"/>
                <a:sym typeface="Meiryo"/>
              </a:defRPr>
            </a:lvl1pPr>
            <a:lvl2pPr marL="0" lvl="1" indent="0" algn="ctr">
              <a:spcBef>
                <a:spcPts val="0"/>
              </a:spcBef>
              <a:buNone/>
              <a:defRPr sz="922">
                <a:solidFill>
                  <a:srgbClr val="888888"/>
                </a:solidFill>
                <a:latin typeface="Meiryo"/>
                <a:ea typeface="Meiryo"/>
                <a:cs typeface="Meiryo"/>
                <a:sym typeface="Meiryo"/>
              </a:defRPr>
            </a:lvl2pPr>
            <a:lvl3pPr marL="0" lvl="2" indent="0" algn="ctr">
              <a:spcBef>
                <a:spcPts val="0"/>
              </a:spcBef>
              <a:buNone/>
              <a:defRPr sz="922">
                <a:solidFill>
                  <a:srgbClr val="888888"/>
                </a:solidFill>
                <a:latin typeface="Meiryo"/>
                <a:ea typeface="Meiryo"/>
                <a:cs typeface="Meiryo"/>
                <a:sym typeface="Meiryo"/>
              </a:defRPr>
            </a:lvl3pPr>
            <a:lvl4pPr marL="0" lvl="3" indent="0" algn="ctr">
              <a:spcBef>
                <a:spcPts val="0"/>
              </a:spcBef>
              <a:buNone/>
              <a:defRPr sz="922">
                <a:solidFill>
                  <a:srgbClr val="888888"/>
                </a:solidFill>
                <a:latin typeface="Meiryo"/>
                <a:ea typeface="Meiryo"/>
                <a:cs typeface="Meiryo"/>
                <a:sym typeface="Meiryo"/>
              </a:defRPr>
            </a:lvl4pPr>
            <a:lvl5pPr marL="0" lvl="4" indent="0" algn="ctr">
              <a:spcBef>
                <a:spcPts val="0"/>
              </a:spcBef>
              <a:buNone/>
              <a:defRPr sz="922">
                <a:solidFill>
                  <a:srgbClr val="888888"/>
                </a:solidFill>
                <a:latin typeface="Meiryo"/>
                <a:ea typeface="Meiryo"/>
                <a:cs typeface="Meiryo"/>
                <a:sym typeface="Meiryo"/>
              </a:defRPr>
            </a:lvl5pPr>
            <a:lvl6pPr marL="0" lvl="5" indent="0" algn="ctr">
              <a:spcBef>
                <a:spcPts val="0"/>
              </a:spcBef>
              <a:buNone/>
              <a:defRPr sz="922">
                <a:solidFill>
                  <a:srgbClr val="888888"/>
                </a:solidFill>
                <a:latin typeface="Meiryo"/>
                <a:ea typeface="Meiryo"/>
                <a:cs typeface="Meiryo"/>
                <a:sym typeface="Meiryo"/>
              </a:defRPr>
            </a:lvl6pPr>
            <a:lvl7pPr marL="0" lvl="6" indent="0" algn="ctr">
              <a:spcBef>
                <a:spcPts val="0"/>
              </a:spcBef>
              <a:buNone/>
              <a:defRPr sz="922">
                <a:solidFill>
                  <a:srgbClr val="888888"/>
                </a:solidFill>
                <a:latin typeface="Meiryo"/>
                <a:ea typeface="Meiryo"/>
                <a:cs typeface="Meiryo"/>
                <a:sym typeface="Meiryo"/>
              </a:defRPr>
            </a:lvl7pPr>
            <a:lvl8pPr marL="0" lvl="7" indent="0" algn="ctr">
              <a:spcBef>
                <a:spcPts val="0"/>
              </a:spcBef>
              <a:buNone/>
              <a:defRPr sz="922">
                <a:solidFill>
                  <a:srgbClr val="888888"/>
                </a:solidFill>
                <a:latin typeface="Meiryo"/>
                <a:ea typeface="Meiryo"/>
                <a:cs typeface="Meiryo"/>
                <a:sym typeface="Meiryo"/>
              </a:defRPr>
            </a:lvl8pPr>
            <a:lvl9pPr marL="0" lvl="8" indent="0" algn="ctr">
              <a:spcBef>
                <a:spcPts val="0"/>
              </a:spcBef>
              <a:buNone/>
              <a:defRPr sz="922">
                <a:solidFill>
                  <a:srgbClr val="888888"/>
                </a:solidFill>
                <a:latin typeface="Meiryo"/>
                <a:ea typeface="Meiryo"/>
                <a:cs typeface="Meiryo"/>
                <a:sym typeface="Meiryo"/>
              </a:defRPr>
            </a:lvl9pPr>
          </a:lstStyle>
          <a:p>
            <a:pPr marL="0" lvl="0" indent="0" algn="ctr" rtl="0">
              <a:spcBef>
                <a:spcPts val="0"/>
              </a:spcBef>
              <a:spcAft>
                <a:spcPts val="0"/>
              </a:spcAft>
              <a:buNone/>
            </a:pPr>
            <a:fld id="{00000000-1234-1234-1234-123412341234}" type="slidenum">
              <a:rPr lang="ja-JP"/>
              <a:t>‹#›</a:t>
            </a:fld>
            <a:endParaRPr/>
          </a:p>
        </p:txBody>
      </p:sp>
      <p:sp>
        <p:nvSpPr>
          <p:cNvPr id="104" name="Google Shape;104;p21"/>
          <p:cNvSpPr txBox="1">
            <a:spLocks noGrp="1"/>
          </p:cNvSpPr>
          <p:nvPr>
            <p:ph type="title"/>
          </p:nvPr>
        </p:nvSpPr>
        <p:spPr>
          <a:xfrm>
            <a:off x="880616" y="127450"/>
            <a:ext cx="6640350"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585"/>
              <a:buFont typeface="Meiryo"/>
              <a:buNone/>
              <a:defRPr sz="2585">
                <a:solidFill>
                  <a:schemeClr val="dk1"/>
                </a:solidFill>
                <a:latin typeface="Meiryo"/>
                <a:ea typeface="Meiryo"/>
                <a:cs typeface="Meiryo"/>
                <a:sym typeface="Meiry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1"/>
          <p:cNvSpPr/>
          <p:nvPr/>
        </p:nvSpPr>
        <p:spPr>
          <a:xfrm>
            <a:off x="7750602" y="166689"/>
            <a:ext cx="1054725" cy="27656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62">
              <a:solidFill>
                <a:schemeClr val="lt1"/>
              </a:solidFill>
              <a:latin typeface="Meiryo"/>
              <a:ea typeface="Meiryo"/>
              <a:cs typeface="Meiryo"/>
              <a:sym typeface="Meiryo"/>
            </a:endParaRPr>
          </a:p>
        </p:txBody>
      </p:sp>
      <p:pic>
        <p:nvPicPr>
          <p:cNvPr id="106" name="Google Shape;106;p21"/>
          <p:cNvPicPr preferRelativeResize="0"/>
          <p:nvPr/>
        </p:nvPicPr>
        <p:blipFill rotWithShape="1">
          <a:blip r:embed="rId3">
            <a:alphaModFix/>
          </a:blip>
          <a:srcRect/>
          <a:stretch/>
        </p:blipFill>
        <p:spPr>
          <a:xfrm>
            <a:off x="7580709" y="148186"/>
            <a:ext cx="1224618" cy="509717"/>
          </a:xfrm>
          <a:prstGeom prst="rect">
            <a:avLst/>
          </a:prstGeom>
          <a:noFill/>
          <a:ln>
            <a:noFill/>
          </a:ln>
        </p:spPr>
      </p:pic>
      <p:sp>
        <p:nvSpPr>
          <p:cNvPr id="107" name="Google Shape;107;p21"/>
          <p:cNvSpPr/>
          <p:nvPr/>
        </p:nvSpPr>
        <p:spPr>
          <a:xfrm>
            <a:off x="6311565" y="6635577"/>
            <a:ext cx="2448505" cy="124906"/>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738"/>
              <a:buFont typeface="Arial"/>
              <a:buNone/>
            </a:pPr>
            <a:r>
              <a:rPr lang="ja-JP" sz="738">
                <a:solidFill>
                  <a:srgbClr val="0C0C0C"/>
                </a:solidFill>
                <a:latin typeface="Meiryo"/>
                <a:ea typeface="Meiryo"/>
                <a:cs typeface="Meiryo"/>
                <a:sym typeface="Meiryo"/>
              </a:rPr>
              <a:t>© KYOCERA Communication Systems Co., Ltd.</a:t>
            </a:r>
            <a:endParaRPr sz="738">
              <a:solidFill>
                <a:srgbClr val="0C0C0C"/>
              </a:solidFill>
              <a:latin typeface="Meiryo"/>
              <a:ea typeface="Meiryo"/>
              <a:cs typeface="Meiryo"/>
              <a:sym typeface="Meiry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締め">
  <p:cSld name="締め">
    <p:spTree>
      <p:nvGrpSpPr>
        <p:cNvPr id="1" name="Shape 108"/>
        <p:cNvGrpSpPr/>
        <p:nvPr/>
      </p:nvGrpSpPr>
      <p:grpSpPr>
        <a:xfrm>
          <a:off x="0" y="0"/>
          <a:ext cx="0" cy="0"/>
          <a:chOff x="0" y="0"/>
          <a:chExt cx="0" cy="0"/>
        </a:xfrm>
      </p:grpSpPr>
      <p:pic>
        <p:nvPicPr>
          <p:cNvPr id="109" name="Google Shape;109;g2efea9ad7b8_0_127"/>
          <p:cNvPicPr preferRelativeResize="0"/>
          <p:nvPr/>
        </p:nvPicPr>
        <p:blipFill rotWithShape="1">
          <a:blip r:embed="rId2">
            <a:alphaModFix/>
          </a:blip>
          <a:srcRect r="79713"/>
          <a:stretch/>
        </p:blipFill>
        <p:spPr>
          <a:xfrm rot="10800000">
            <a:off x="7288988" y="-1"/>
            <a:ext cx="1855013" cy="6858001"/>
          </a:xfrm>
          <a:prstGeom prst="rect">
            <a:avLst/>
          </a:prstGeom>
          <a:noFill/>
          <a:ln>
            <a:noFill/>
          </a:ln>
        </p:spPr>
      </p:pic>
      <p:pic>
        <p:nvPicPr>
          <p:cNvPr id="110" name="Google Shape;110;g2efea9ad7b8_0_127"/>
          <p:cNvPicPr preferRelativeResize="0"/>
          <p:nvPr/>
        </p:nvPicPr>
        <p:blipFill rotWithShape="1">
          <a:blip r:embed="rId3">
            <a:alphaModFix/>
          </a:blip>
          <a:srcRect/>
          <a:stretch/>
        </p:blipFill>
        <p:spPr>
          <a:xfrm>
            <a:off x="2001321" y="2296622"/>
            <a:ext cx="3767120" cy="1478461"/>
          </a:xfrm>
          <a:prstGeom prst="rect">
            <a:avLst/>
          </a:prstGeom>
          <a:noFill/>
          <a:ln>
            <a:noFill/>
          </a:ln>
        </p:spPr>
      </p:pic>
      <p:sp>
        <p:nvSpPr>
          <p:cNvPr id="111" name="Google Shape;111;g2efea9ad7b8_0_127"/>
          <p:cNvSpPr/>
          <p:nvPr/>
        </p:nvSpPr>
        <p:spPr>
          <a:xfrm>
            <a:off x="5505293"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表紙" type="blank">
  <p:cSld name="BLANK">
    <p:spTree>
      <p:nvGrpSpPr>
        <p:cNvPr id="1" name="Shape 118"/>
        <p:cNvGrpSpPr/>
        <p:nvPr/>
      </p:nvGrpSpPr>
      <p:grpSpPr>
        <a:xfrm>
          <a:off x="0" y="0"/>
          <a:ext cx="0" cy="0"/>
          <a:chOff x="0" y="0"/>
          <a:chExt cx="0" cy="0"/>
        </a:xfrm>
      </p:grpSpPr>
      <p:pic>
        <p:nvPicPr>
          <p:cNvPr id="119" name="Google Shape;119;g2efea9ad7b8_0_54"/>
          <p:cNvPicPr preferRelativeResize="0"/>
          <p:nvPr/>
        </p:nvPicPr>
        <p:blipFill rotWithShape="1">
          <a:blip r:embed="rId2">
            <a:alphaModFix/>
          </a:blip>
          <a:srcRect r="79713"/>
          <a:stretch/>
        </p:blipFill>
        <p:spPr>
          <a:xfrm>
            <a:off x="170" y="0"/>
            <a:ext cx="1855013" cy="6858001"/>
          </a:xfrm>
          <a:prstGeom prst="rect">
            <a:avLst/>
          </a:prstGeom>
          <a:noFill/>
          <a:ln>
            <a:noFill/>
          </a:ln>
        </p:spPr>
      </p:pic>
      <p:pic>
        <p:nvPicPr>
          <p:cNvPr id="120" name="Google Shape;120;g2efea9ad7b8_0_54"/>
          <p:cNvPicPr preferRelativeResize="0"/>
          <p:nvPr/>
        </p:nvPicPr>
        <p:blipFill rotWithShape="1">
          <a:blip r:embed="rId3">
            <a:alphaModFix/>
          </a:blip>
          <a:srcRect/>
          <a:stretch/>
        </p:blipFill>
        <p:spPr>
          <a:xfrm>
            <a:off x="6936400" y="309793"/>
            <a:ext cx="1883958" cy="739387"/>
          </a:xfrm>
          <a:prstGeom prst="rect">
            <a:avLst/>
          </a:prstGeom>
          <a:noFill/>
          <a:ln>
            <a:noFill/>
          </a:ln>
        </p:spPr>
      </p:pic>
      <p:sp>
        <p:nvSpPr>
          <p:cNvPr id="121" name="Google Shape;121;g2efea9ad7b8_0_54"/>
          <p:cNvSpPr/>
          <p:nvPr/>
        </p:nvSpPr>
        <p:spPr>
          <a:xfrm>
            <a:off x="6311564"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コンテンツ（装飾なし）">
  <p:cSld name="コンテンツ（装飾なし）">
    <p:spTree>
      <p:nvGrpSpPr>
        <p:cNvPr id="1" name="Shape 122"/>
        <p:cNvGrpSpPr/>
        <p:nvPr/>
      </p:nvGrpSpPr>
      <p:grpSpPr>
        <a:xfrm>
          <a:off x="0" y="0"/>
          <a:ext cx="0" cy="0"/>
          <a:chOff x="0" y="0"/>
          <a:chExt cx="0" cy="0"/>
        </a:xfrm>
      </p:grpSpPr>
      <p:grpSp>
        <p:nvGrpSpPr>
          <p:cNvPr id="123" name="Google Shape;123;g2efea9ad7b8_0_58"/>
          <p:cNvGrpSpPr/>
          <p:nvPr/>
        </p:nvGrpSpPr>
        <p:grpSpPr>
          <a:xfrm>
            <a:off x="383939" y="694886"/>
            <a:ext cx="8374363" cy="46774"/>
            <a:chOff x="415924" y="694895"/>
            <a:chExt cx="9072000" cy="71400"/>
          </a:xfrm>
        </p:grpSpPr>
        <p:sp>
          <p:nvSpPr>
            <p:cNvPr id="124" name="Google Shape;124;g2efea9ad7b8_0_58"/>
            <p:cNvSpPr/>
            <p:nvPr/>
          </p:nvSpPr>
          <p:spPr>
            <a:xfrm>
              <a:off x="415924" y="694895"/>
              <a:ext cx="9072000" cy="714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25" name="Google Shape;125;g2efea9ad7b8_0_58"/>
            <p:cNvSpPr/>
            <p:nvPr/>
          </p:nvSpPr>
          <p:spPr>
            <a:xfrm>
              <a:off x="919996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26" name="Google Shape;126;g2efea9ad7b8_0_58"/>
            <p:cNvSpPr/>
            <p:nvPr/>
          </p:nvSpPr>
          <p:spPr>
            <a:xfrm>
              <a:off x="934648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127" name="Google Shape;127;g2efea9ad7b8_0_58"/>
          <p:cNvSpPr/>
          <p:nvPr/>
        </p:nvSpPr>
        <p:spPr>
          <a:xfrm>
            <a:off x="4365198" y="6625546"/>
            <a:ext cx="413700" cy="126900"/>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g2efea9ad7b8_0_58"/>
          <p:cNvSpPr/>
          <p:nvPr/>
        </p:nvSpPr>
        <p:spPr>
          <a:xfrm>
            <a:off x="383930" y="6554936"/>
            <a:ext cx="8374200" cy="180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129" name="Google Shape;129;g2efea9ad7b8_0_58"/>
          <p:cNvSpPr txBox="1">
            <a:spLocks noGrp="1"/>
          </p:cNvSpPr>
          <p:nvPr>
            <p:ph type="sldNum" idx="12"/>
          </p:nvPr>
        </p:nvSpPr>
        <p:spPr>
          <a:xfrm>
            <a:off x="3543300" y="6492792"/>
            <a:ext cx="2057400" cy="365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130" name="Google Shape;130;g2efea9ad7b8_0_58"/>
          <p:cNvSpPr txBox="1">
            <a:spLocks noGrp="1"/>
          </p:cNvSpPr>
          <p:nvPr>
            <p:ph type="title"/>
          </p:nvPr>
        </p:nvSpPr>
        <p:spPr>
          <a:xfrm>
            <a:off x="401893" y="127450"/>
            <a:ext cx="7081200" cy="6315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2800"/>
              <a:buFont typeface="Arial"/>
              <a:buNone/>
              <a:defRPr sz="28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31" name="Google Shape;131;g2efea9ad7b8_0_58"/>
          <p:cNvPicPr preferRelativeResize="0"/>
          <p:nvPr/>
        </p:nvPicPr>
        <p:blipFill rotWithShape="1">
          <a:blip r:embed="rId2">
            <a:alphaModFix/>
          </a:blip>
          <a:srcRect/>
          <a:stretch/>
        </p:blipFill>
        <p:spPr>
          <a:xfrm>
            <a:off x="7580709" y="148185"/>
            <a:ext cx="1224618" cy="470508"/>
          </a:xfrm>
          <a:prstGeom prst="rect">
            <a:avLst/>
          </a:prstGeom>
          <a:noFill/>
          <a:ln>
            <a:noFill/>
          </a:ln>
        </p:spPr>
      </p:pic>
      <p:sp>
        <p:nvSpPr>
          <p:cNvPr id="132" name="Google Shape;132;g2efea9ad7b8_0_58"/>
          <p:cNvSpPr/>
          <p:nvPr/>
        </p:nvSpPr>
        <p:spPr>
          <a:xfrm>
            <a:off x="6311564"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締め">
  <p:cSld name="締め">
    <p:spTree>
      <p:nvGrpSpPr>
        <p:cNvPr id="1" name="Shape 133"/>
        <p:cNvGrpSpPr/>
        <p:nvPr/>
      </p:nvGrpSpPr>
      <p:grpSpPr>
        <a:xfrm>
          <a:off x="0" y="0"/>
          <a:ext cx="0" cy="0"/>
          <a:chOff x="0" y="0"/>
          <a:chExt cx="0" cy="0"/>
        </a:xfrm>
      </p:grpSpPr>
      <p:pic>
        <p:nvPicPr>
          <p:cNvPr id="134" name="Google Shape;134;g2efea9ad7b8_0_69"/>
          <p:cNvPicPr preferRelativeResize="0"/>
          <p:nvPr/>
        </p:nvPicPr>
        <p:blipFill rotWithShape="1">
          <a:blip r:embed="rId2">
            <a:alphaModFix/>
          </a:blip>
          <a:srcRect r="79713"/>
          <a:stretch/>
        </p:blipFill>
        <p:spPr>
          <a:xfrm rot="10800000">
            <a:off x="7288988" y="-1"/>
            <a:ext cx="1855013" cy="6858001"/>
          </a:xfrm>
          <a:prstGeom prst="rect">
            <a:avLst/>
          </a:prstGeom>
          <a:noFill/>
          <a:ln>
            <a:noFill/>
          </a:ln>
        </p:spPr>
      </p:pic>
      <p:pic>
        <p:nvPicPr>
          <p:cNvPr id="135" name="Google Shape;135;g2efea9ad7b8_0_69"/>
          <p:cNvPicPr preferRelativeResize="0"/>
          <p:nvPr/>
        </p:nvPicPr>
        <p:blipFill rotWithShape="1">
          <a:blip r:embed="rId3">
            <a:alphaModFix/>
          </a:blip>
          <a:srcRect/>
          <a:stretch/>
        </p:blipFill>
        <p:spPr>
          <a:xfrm>
            <a:off x="2001321" y="2296622"/>
            <a:ext cx="3767120" cy="1478461"/>
          </a:xfrm>
          <a:prstGeom prst="rect">
            <a:avLst/>
          </a:prstGeom>
          <a:noFill/>
          <a:ln>
            <a:noFill/>
          </a:ln>
        </p:spPr>
      </p:pic>
      <p:sp>
        <p:nvSpPr>
          <p:cNvPr id="136" name="Google Shape;136;g2efea9ad7b8_0_69"/>
          <p:cNvSpPr/>
          <p:nvPr/>
        </p:nvSpPr>
        <p:spPr>
          <a:xfrm>
            <a:off x="5505293"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コンテンツ（装飾あり）">
  <p:cSld name="コンテンツ（装飾あり）">
    <p:spTree>
      <p:nvGrpSpPr>
        <p:cNvPr id="1" name="Shape 137"/>
        <p:cNvGrpSpPr/>
        <p:nvPr/>
      </p:nvGrpSpPr>
      <p:grpSpPr>
        <a:xfrm>
          <a:off x="0" y="0"/>
          <a:ext cx="0" cy="0"/>
          <a:chOff x="0" y="0"/>
          <a:chExt cx="0" cy="0"/>
        </a:xfrm>
      </p:grpSpPr>
      <p:pic>
        <p:nvPicPr>
          <p:cNvPr id="138" name="Google Shape;138;g2efea9ad7b8_0_73"/>
          <p:cNvPicPr preferRelativeResize="0"/>
          <p:nvPr/>
        </p:nvPicPr>
        <p:blipFill rotWithShape="1">
          <a:blip r:embed="rId2">
            <a:alphaModFix/>
          </a:blip>
          <a:srcRect l="4933" r="87503"/>
          <a:stretch/>
        </p:blipFill>
        <p:spPr>
          <a:xfrm>
            <a:off x="0" y="132"/>
            <a:ext cx="691663" cy="6857867"/>
          </a:xfrm>
          <a:prstGeom prst="rect">
            <a:avLst/>
          </a:prstGeom>
          <a:noFill/>
          <a:ln>
            <a:noFill/>
          </a:ln>
        </p:spPr>
      </p:pic>
      <p:grpSp>
        <p:nvGrpSpPr>
          <p:cNvPr id="139" name="Google Shape;139;g2efea9ad7b8_0_73"/>
          <p:cNvGrpSpPr/>
          <p:nvPr/>
        </p:nvGrpSpPr>
        <p:grpSpPr>
          <a:xfrm>
            <a:off x="871559" y="694886"/>
            <a:ext cx="7888628" cy="46774"/>
            <a:chOff x="944165" y="694895"/>
            <a:chExt cx="8545800" cy="71400"/>
          </a:xfrm>
        </p:grpSpPr>
        <p:sp>
          <p:nvSpPr>
            <p:cNvPr id="140" name="Google Shape;140;g2efea9ad7b8_0_73"/>
            <p:cNvSpPr/>
            <p:nvPr/>
          </p:nvSpPr>
          <p:spPr>
            <a:xfrm>
              <a:off x="944165" y="694895"/>
              <a:ext cx="8545800" cy="714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41" name="Google Shape;141;g2efea9ad7b8_0_73"/>
            <p:cNvSpPr/>
            <p:nvPr/>
          </p:nvSpPr>
          <p:spPr>
            <a:xfrm>
              <a:off x="919996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142" name="Google Shape;142;g2efea9ad7b8_0_73"/>
            <p:cNvSpPr/>
            <p:nvPr/>
          </p:nvSpPr>
          <p:spPr>
            <a:xfrm>
              <a:off x="9346489" y="694895"/>
              <a:ext cx="72300" cy="71400"/>
            </a:xfrm>
            <a:prstGeom prst="rect">
              <a:avLst/>
            </a:prstGeom>
            <a:solidFill>
              <a:srgbClr val="EBEEF1"/>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143" name="Google Shape;143;g2efea9ad7b8_0_73"/>
          <p:cNvSpPr/>
          <p:nvPr/>
        </p:nvSpPr>
        <p:spPr>
          <a:xfrm>
            <a:off x="4365198" y="6625546"/>
            <a:ext cx="413700" cy="126900"/>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4" name="Google Shape;144;g2efea9ad7b8_0_73"/>
          <p:cNvSpPr/>
          <p:nvPr/>
        </p:nvSpPr>
        <p:spPr>
          <a:xfrm>
            <a:off x="871538" y="6554936"/>
            <a:ext cx="7889100" cy="18000"/>
          </a:xfrm>
          <a:prstGeom prst="rect">
            <a:avLst/>
          </a:prstGeom>
          <a:solidFill>
            <a:srgbClr val="FF2540"/>
          </a:solidFill>
          <a:ln>
            <a:noFill/>
          </a:ln>
        </p:spPr>
        <p:txBody>
          <a:bodyPr spcFirstLastPara="1" wrap="square" lIns="25200" tIns="25200" rIns="25200" bIns="25200" anchor="ctr" anchorCtr="0">
            <a:noAutofit/>
          </a:bodyPr>
          <a:lstStyle/>
          <a:p>
            <a:pPr marL="284162" marR="0" lvl="0" indent="-284162"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145" name="Google Shape;145;g2efea9ad7b8_0_73"/>
          <p:cNvSpPr txBox="1">
            <a:spLocks noGrp="1"/>
          </p:cNvSpPr>
          <p:nvPr>
            <p:ph type="sldNum" idx="12"/>
          </p:nvPr>
        </p:nvSpPr>
        <p:spPr>
          <a:xfrm>
            <a:off x="3543300" y="6492792"/>
            <a:ext cx="2057400" cy="365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146" name="Google Shape;146;g2efea9ad7b8_0_73"/>
          <p:cNvSpPr txBox="1">
            <a:spLocks noGrp="1"/>
          </p:cNvSpPr>
          <p:nvPr>
            <p:ph type="title"/>
          </p:nvPr>
        </p:nvSpPr>
        <p:spPr>
          <a:xfrm>
            <a:off x="880616" y="127450"/>
            <a:ext cx="6640200" cy="6315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2800"/>
              <a:buFont typeface="Arial"/>
              <a:buNone/>
              <a:defRPr sz="28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7" name="Google Shape;147;g2efea9ad7b8_0_73"/>
          <p:cNvSpPr/>
          <p:nvPr/>
        </p:nvSpPr>
        <p:spPr>
          <a:xfrm>
            <a:off x="7750602" y="166688"/>
            <a:ext cx="1054800" cy="2766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148" name="Google Shape;148;g2efea9ad7b8_0_73"/>
          <p:cNvPicPr preferRelativeResize="0"/>
          <p:nvPr/>
        </p:nvPicPr>
        <p:blipFill rotWithShape="1">
          <a:blip r:embed="rId3">
            <a:alphaModFix/>
          </a:blip>
          <a:srcRect/>
          <a:stretch/>
        </p:blipFill>
        <p:spPr>
          <a:xfrm>
            <a:off x="7580709" y="148185"/>
            <a:ext cx="1224618" cy="470508"/>
          </a:xfrm>
          <a:prstGeom prst="rect">
            <a:avLst/>
          </a:prstGeom>
          <a:noFill/>
          <a:ln>
            <a:noFill/>
          </a:ln>
        </p:spPr>
      </p:pic>
      <p:sp>
        <p:nvSpPr>
          <p:cNvPr id="149" name="Google Shape;149;g2efea9ad7b8_0_73"/>
          <p:cNvSpPr/>
          <p:nvPr/>
        </p:nvSpPr>
        <p:spPr>
          <a:xfrm>
            <a:off x="6311564" y="6625061"/>
            <a:ext cx="2448600" cy="135300"/>
          </a:xfrm>
          <a:prstGeom prst="rect">
            <a:avLst/>
          </a:prstGeom>
          <a:noFill/>
          <a:ln>
            <a:noFill/>
          </a:ln>
        </p:spPr>
        <p:txBody>
          <a:bodyPr spcFirstLastPara="1" wrap="square" lIns="0" tIns="0" rIns="0" bIns="0" anchor="b" anchorCtr="0">
            <a:no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theme" Target="../theme/theme2.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rebuchet MS"/>
              <a:buNone/>
              <a:defRPr sz="4400" b="0" i="0" u="none" strike="noStrike" cap="non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rebuchet MS"/>
                <a:ea typeface="Trebuchet MS"/>
                <a:cs typeface="Trebuchet MS"/>
                <a:sym typeface="Trebuchet M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rebuchet MS"/>
                <a:ea typeface="Trebuchet MS"/>
                <a:cs typeface="Trebuchet MS"/>
                <a:sym typeface="Trebuchet M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rebuchet MS"/>
                <a:ea typeface="Trebuchet MS"/>
                <a:cs typeface="Trebuchet MS"/>
                <a:sym typeface="Trebuchet M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12" name="Google Shape;12;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4" name="Google Shape;14;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rebuchet MS"/>
                <a:ea typeface="Trebuchet MS"/>
                <a:cs typeface="Trebuchet MS"/>
                <a:sym typeface="Trebuchet MS"/>
              </a:defRPr>
            </a:lvl1pPr>
            <a:lvl2pPr marL="0" marR="0" lvl="1" indent="0" algn="r" rtl="0">
              <a:spcBef>
                <a:spcPts val="0"/>
              </a:spcBef>
              <a:buNone/>
              <a:defRPr sz="1200" b="0" i="0" u="none" strike="noStrike" cap="none">
                <a:solidFill>
                  <a:srgbClr val="888888"/>
                </a:solidFill>
                <a:latin typeface="Trebuchet MS"/>
                <a:ea typeface="Trebuchet MS"/>
                <a:cs typeface="Trebuchet MS"/>
                <a:sym typeface="Trebuchet MS"/>
              </a:defRPr>
            </a:lvl2pPr>
            <a:lvl3pPr marL="0" marR="0" lvl="2" indent="0" algn="r" rtl="0">
              <a:spcBef>
                <a:spcPts val="0"/>
              </a:spcBef>
              <a:buNone/>
              <a:defRPr sz="1200" b="0" i="0" u="none" strike="noStrike" cap="none">
                <a:solidFill>
                  <a:srgbClr val="888888"/>
                </a:solidFill>
                <a:latin typeface="Trebuchet MS"/>
                <a:ea typeface="Trebuchet MS"/>
                <a:cs typeface="Trebuchet MS"/>
                <a:sym typeface="Trebuchet MS"/>
              </a:defRPr>
            </a:lvl3pPr>
            <a:lvl4pPr marL="0" marR="0" lvl="3" indent="0" algn="r" rtl="0">
              <a:spcBef>
                <a:spcPts val="0"/>
              </a:spcBef>
              <a:buNone/>
              <a:defRPr sz="1200" b="0" i="0" u="none" strike="noStrike" cap="none">
                <a:solidFill>
                  <a:srgbClr val="888888"/>
                </a:solidFill>
                <a:latin typeface="Trebuchet MS"/>
                <a:ea typeface="Trebuchet MS"/>
                <a:cs typeface="Trebuchet MS"/>
                <a:sym typeface="Trebuchet MS"/>
              </a:defRPr>
            </a:lvl4pPr>
            <a:lvl5pPr marL="0" marR="0" lvl="4" indent="0" algn="r" rtl="0">
              <a:spcBef>
                <a:spcPts val="0"/>
              </a:spcBef>
              <a:buNone/>
              <a:defRPr sz="1200" b="0" i="0" u="none" strike="noStrike" cap="none">
                <a:solidFill>
                  <a:srgbClr val="888888"/>
                </a:solidFill>
                <a:latin typeface="Trebuchet MS"/>
                <a:ea typeface="Trebuchet MS"/>
                <a:cs typeface="Trebuchet MS"/>
                <a:sym typeface="Trebuchet MS"/>
              </a:defRPr>
            </a:lvl5pPr>
            <a:lvl6pPr marL="0" marR="0" lvl="5" indent="0" algn="r" rtl="0">
              <a:spcBef>
                <a:spcPts val="0"/>
              </a:spcBef>
              <a:buNone/>
              <a:defRPr sz="1200" b="0" i="0" u="none" strike="noStrike" cap="none">
                <a:solidFill>
                  <a:srgbClr val="888888"/>
                </a:solidFill>
                <a:latin typeface="Trebuchet MS"/>
                <a:ea typeface="Trebuchet MS"/>
                <a:cs typeface="Trebuchet MS"/>
                <a:sym typeface="Trebuchet MS"/>
              </a:defRPr>
            </a:lvl6pPr>
            <a:lvl7pPr marL="0" marR="0" lvl="6" indent="0" algn="r" rtl="0">
              <a:spcBef>
                <a:spcPts val="0"/>
              </a:spcBef>
              <a:buNone/>
              <a:defRPr sz="1200" b="0" i="0" u="none" strike="noStrike" cap="none">
                <a:solidFill>
                  <a:srgbClr val="888888"/>
                </a:solidFill>
                <a:latin typeface="Trebuchet MS"/>
                <a:ea typeface="Trebuchet MS"/>
                <a:cs typeface="Trebuchet MS"/>
                <a:sym typeface="Trebuchet MS"/>
              </a:defRPr>
            </a:lvl7pPr>
            <a:lvl8pPr marL="0" marR="0" lvl="7" indent="0" algn="r" rtl="0">
              <a:spcBef>
                <a:spcPts val="0"/>
              </a:spcBef>
              <a:buNone/>
              <a:defRPr sz="1200" b="0" i="0" u="none" strike="noStrike" cap="none">
                <a:solidFill>
                  <a:srgbClr val="888888"/>
                </a:solidFill>
                <a:latin typeface="Trebuchet MS"/>
                <a:ea typeface="Trebuchet MS"/>
                <a:cs typeface="Trebuchet MS"/>
                <a:sym typeface="Trebuchet MS"/>
              </a:defRPr>
            </a:lvl8pPr>
            <a:lvl9pPr marL="0" marR="0" lvl="8" indent="0" algn="r" rtl="0">
              <a:spcBef>
                <a:spcPts val="0"/>
              </a:spcBef>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g2efea9ad7b8_0_48"/>
          <p:cNvSpPr txBox="1">
            <a:spLocks noGrp="1"/>
          </p:cNvSpPr>
          <p:nvPr>
            <p:ph type="title"/>
          </p:nvPr>
        </p:nvSpPr>
        <p:spPr>
          <a:xfrm>
            <a:off x="628650" y="365127"/>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4" name="Google Shape;114;g2efea9ad7b8_0_48"/>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5" name="Google Shape;115;g2efea9ad7b8_0_48"/>
          <p:cNvSpPr txBox="1">
            <a:spLocks noGrp="1"/>
          </p:cNvSpPr>
          <p:nvPr>
            <p:ph type="dt" idx="10"/>
          </p:nvPr>
        </p:nvSpPr>
        <p:spPr>
          <a:xfrm>
            <a:off x="628650" y="6356352"/>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6" name="Google Shape;116;g2efea9ad7b8_0_48"/>
          <p:cNvSpPr txBox="1">
            <a:spLocks noGrp="1"/>
          </p:cNvSpPr>
          <p:nvPr>
            <p:ph type="ftr" idx="11"/>
          </p:nvPr>
        </p:nvSpPr>
        <p:spPr>
          <a:xfrm>
            <a:off x="3028950" y="6356352"/>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7" name="Google Shape;117;g2efea9ad7b8_0_48"/>
          <p:cNvSpPr txBox="1">
            <a:spLocks noGrp="1"/>
          </p:cNvSpPr>
          <p:nvPr>
            <p:ph type="sldNum" idx="12"/>
          </p:nvPr>
        </p:nvSpPr>
        <p:spPr>
          <a:xfrm>
            <a:off x="6457950" y="6356352"/>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4.png"/><Relationship Id="rId4" Type="http://schemas.openxmlformats.org/officeDocument/2006/relationships/image" Target="../media/image14.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13.png"/><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0.png"/><Relationship Id="rId5" Type="http://schemas.openxmlformats.org/officeDocument/2006/relationships/image" Target="../media/image19.png"/><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28.png"/><Relationship Id="rId1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2efea9ad7b8_0_43"/>
          <p:cNvSpPr txBox="1"/>
          <p:nvPr/>
        </p:nvSpPr>
        <p:spPr>
          <a:xfrm>
            <a:off x="1167810" y="2982724"/>
            <a:ext cx="7499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800" b="1" i="0" u="none" strike="noStrike" cap="none">
                <a:solidFill>
                  <a:schemeClr val="dk1"/>
                </a:solidFill>
                <a:latin typeface="Arial"/>
                <a:ea typeface="Arial"/>
                <a:cs typeface="Arial"/>
                <a:sym typeface="Arial"/>
              </a:rPr>
              <a:t>システムエンジニアの仕事に関して</a:t>
            </a:r>
            <a:endParaRPr sz="2800" b="1" i="0" u="none" strike="noStrike" cap="none">
              <a:solidFill>
                <a:schemeClr val="dk1"/>
              </a:solidFill>
              <a:latin typeface="Arial"/>
              <a:ea typeface="Arial"/>
              <a:cs typeface="Arial"/>
              <a:sym typeface="Arial"/>
            </a:endParaRPr>
          </a:p>
        </p:txBody>
      </p:sp>
      <p:sp>
        <p:nvSpPr>
          <p:cNvPr id="155" name="Google Shape;155;g2efea9ad7b8_0_43"/>
          <p:cNvSpPr/>
          <p:nvPr/>
        </p:nvSpPr>
        <p:spPr>
          <a:xfrm>
            <a:off x="4280199" y="5039175"/>
            <a:ext cx="4479900" cy="644400"/>
          </a:xfrm>
          <a:prstGeom prst="rect">
            <a:avLst/>
          </a:prstGeom>
          <a:noFill/>
          <a:ln>
            <a:noFill/>
          </a:ln>
        </p:spPr>
        <p:txBody>
          <a:bodyPr spcFirstLastPara="1" wrap="square" lIns="0" tIns="0" rIns="0" bIns="0" anchor="t" anchorCtr="0">
            <a:noAutofit/>
          </a:bodyPr>
          <a:lstStyle/>
          <a:p>
            <a:pPr marL="0" marR="0" lvl="0" indent="0" algn="r" rtl="0">
              <a:lnSpc>
                <a:spcPct val="110000"/>
              </a:lnSpc>
              <a:spcBef>
                <a:spcPts val="0"/>
              </a:spcBef>
              <a:spcAft>
                <a:spcPts val="0"/>
              </a:spcAft>
              <a:buClr>
                <a:srgbClr val="0C0C0C"/>
              </a:buClr>
              <a:buSzPts val="1600"/>
              <a:buFont typeface="Arial"/>
              <a:buNone/>
            </a:pPr>
            <a:r>
              <a:rPr lang="ja-JP" sz="1600" b="0" i="0" u="none" strike="noStrike" cap="none" dirty="0" smtClean="0">
                <a:solidFill>
                  <a:srgbClr val="0C0C0C"/>
                </a:solidFill>
                <a:latin typeface="Arial"/>
                <a:ea typeface="Arial"/>
                <a:cs typeface="Arial"/>
                <a:sym typeface="Arial"/>
              </a:rPr>
              <a:t>2024年</a:t>
            </a:r>
            <a:r>
              <a:rPr lang="en-US" altLang="ja-JP" sz="1600" dirty="0" smtClean="0">
                <a:solidFill>
                  <a:srgbClr val="0C0C0C"/>
                </a:solidFill>
              </a:rPr>
              <a:t>11</a:t>
            </a:r>
            <a:r>
              <a:rPr lang="ja-JP" sz="1600" b="0" i="0" u="none" strike="noStrike" cap="none" dirty="0" smtClean="0">
                <a:solidFill>
                  <a:srgbClr val="0C0C0C"/>
                </a:solidFill>
                <a:latin typeface="Arial"/>
                <a:ea typeface="Arial"/>
                <a:cs typeface="Arial"/>
                <a:sym typeface="Arial"/>
              </a:rPr>
              <a:t>月</a:t>
            </a:r>
            <a:r>
              <a:rPr lang="en-US" altLang="ja-JP" sz="1600" dirty="0" smtClean="0">
                <a:solidFill>
                  <a:srgbClr val="0C0C0C"/>
                </a:solidFill>
              </a:rPr>
              <a:t>2</a:t>
            </a:r>
            <a:r>
              <a:rPr lang="en-US" altLang="ja-JP" sz="1600" dirty="0">
                <a:solidFill>
                  <a:srgbClr val="0C0C0C"/>
                </a:solidFill>
              </a:rPr>
              <a:t>2</a:t>
            </a:r>
            <a:r>
              <a:rPr lang="ja-JP" sz="1600" b="0" i="0" u="none" strike="noStrike" cap="none" dirty="0" smtClean="0">
                <a:solidFill>
                  <a:srgbClr val="0C0C0C"/>
                </a:solidFill>
                <a:latin typeface="Arial"/>
                <a:ea typeface="Arial"/>
                <a:cs typeface="Arial"/>
                <a:sym typeface="Arial"/>
              </a:rPr>
              <a:t>日</a:t>
            </a:r>
            <a:r>
              <a:rPr lang="ja-JP" sz="1600" b="0" i="0" u="none" strike="noStrike" cap="none" dirty="0">
                <a:solidFill>
                  <a:srgbClr val="0C0C0C"/>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r" rtl="0">
              <a:lnSpc>
                <a:spcPct val="110000"/>
              </a:lnSpc>
              <a:spcBef>
                <a:spcPts val="760"/>
              </a:spcBef>
              <a:spcAft>
                <a:spcPts val="0"/>
              </a:spcAft>
              <a:buClr>
                <a:srgbClr val="0C0C0C"/>
              </a:buClr>
              <a:buSzPts val="1600"/>
              <a:buFont typeface="Arial"/>
              <a:buNone/>
            </a:pPr>
            <a:r>
              <a:rPr lang="ja-JP" sz="1600" b="0" i="0" u="none" strike="noStrike" cap="none" dirty="0">
                <a:solidFill>
                  <a:srgbClr val="0C0C0C"/>
                </a:solidFill>
                <a:latin typeface="Arial"/>
                <a:ea typeface="Arial"/>
                <a:cs typeface="Arial"/>
                <a:sym typeface="Arial"/>
              </a:rPr>
              <a:t>京セラコミュニケーションシステム株式会社</a:t>
            </a:r>
            <a:endParaRPr sz="1600" b="0" i="0" u="none" strike="noStrike" cap="none" dirty="0">
              <a:solidFill>
                <a:srgbClr val="0C0C0C"/>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2</a:t>
            </a:fld>
            <a:endParaRPr>
              <a:latin typeface="Trebuchet MS"/>
              <a:ea typeface="Trebuchet MS"/>
              <a:cs typeface="Trebuchet MS"/>
              <a:sym typeface="Trebuchet MS"/>
            </a:endParaRPr>
          </a:p>
        </p:txBody>
      </p:sp>
      <p:sp>
        <p:nvSpPr>
          <p:cNvPr id="161" name="Google Shape;161;p1"/>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Meiryo"/>
              <a:buNone/>
            </a:pPr>
            <a:r>
              <a:rPr lang="ja-JP">
                <a:latin typeface="Meiryo"/>
                <a:ea typeface="Meiryo"/>
                <a:cs typeface="Meiryo"/>
                <a:sym typeface="Meiryo"/>
              </a:rPr>
              <a:t>　</a:t>
            </a:r>
            <a:endParaRPr/>
          </a:p>
        </p:txBody>
      </p:sp>
      <p:sp>
        <p:nvSpPr>
          <p:cNvPr id="162" name="Google Shape;162;p1"/>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b="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163" name="Google Shape;163;p1"/>
          <p:cNvSpPr txBox="1"/>
          <p:nvPr/>
        </p:nvSpPr>
        <p:spPr>
          <a:xfrm>
            <a:off x="435384" y="926925"/>
            <a:ext cx="8272997"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世の中にはいろいろなシステムがあるけれど…</a:t>
            </a:r>
            <a:br>
              <a:rPr lang="ja-JP" sz="1800" b="0" i="0" u="none" strike="noStrike" cap="none">
                <a:solidFill>
                  <a:schemeClr val="dk1"/>
                </a:solidFill>
                <a:latin typeface="Trebuchet MS"/>
                <a:ea typeface="Trebuchet MS"/>
                <a:cs typeface="Trebuchet MS"/>
                <a:sym typeface="Trebuchet MS"/>
              </a:rPr>
            </a:br>
            <a:r>
              <a:rPr lang="ja-JP" sz="1800" b="0" i="0" u="none" strike="noStrike" cap="none">
                <a:solidFill>
                  <a:schemeClr val="dk1"/>
                </a:solidFill>
                <a:latin typeface="Trebuchet MS"/>
                <a:ea typeface="Trebuchet MS"/>
                <a:cs typeface="Trebuchet MS"/>
                <a:sym typeface="Trebuchet MS"/>
              </a:rPr>
              <a:t>システムってどうやってつくるの…？</a:t>
            </a:r>
            <a:endParaRPr sz="1800" b="0" i="0" u="none" strike="noStrike" cap="none">
              <a:solidFill>
                <a:schemeClr val="dk1"/>
              </a:solidFill>
              <a:latin typeface="Trebuchet MS"/>
              <a:ea typeface="Trebuchet MS"/>
              <a:cs typeface="Trebuchet MS"/>
              <a:sym typeface="Trebuchet MS"/>
            </a:endParaRPr>
          </a:p>
        </p:txBody>
      </p:sp>
      <p:sp>
        <p:nvSpPr>
          <p:cNvPr id="164" name="Google Shape;164;p1"/>
          <p:cNvSpPr txBox="1"/>
          <p:nvPr/>
        </p:nvSpPr>
        <p:spPr>
          <a:xfrm>
            <a:off x="435384" y="1741084"/>
            <a:ext cx="4136616" cy="646290"/>
          </a:xfrm>
          <a:prstGeom prst="rect">
            <a:avLst/>
          </a:prstGeom>
          <a:noFill/>
          <a:ln>
            <a:noFill/>
          </a:ln>
        </p:spPr>
        <p:txBody>
          <a:bodyPr spcFirstLastPara="1" wrap="square" lIns="324000"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システムを作ることって</a:t>
            </a:r>
            <a:endParaRPr/>
          </a:p>
          <a:p>
            <a:pPr marL="0" marR="0" lvl="0" indent="0" algn="l"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プログラミングをすること…？</a:t>
            </a:r>
            <a:endParaRPr/>
          </a:p>
        </p:txBody>
      </p:sp>
      <p:pic>
        <p:nvPicPr>
          <p:cNvPr id="165" name="Google Shape;165;p1" descr="グラフ が含まれている画像&#10;&#10;自動的に生成された説明"/>
          <p:cNvPicPr preferRelativeResize="0"/>
          <p:nvPr/>
        </p:nvPicPr>
        <p:blipFill rotWithShape="1">
          <a:blip r:embed="rId3">
            <a:alphaModFix/>
          </a:blip>
          <a:srcRect/>
          <a:stretch/>
        </p:blipFill>
        <p:spPr>
          <a:xfrm>
            <a:off x="489274" y="2421427"/>
            <a:ext cx="4028835" cy="3937557"/>
          </a:xfrm>
          <a:prstGeom prst="rect">
            <a:avLst/>
          </a:prstGeom>
          <a:noFill/>
          <a:ln>
            <a:noFill/>
          </a:ln>
        </p:spPr>
      </p:pic>
      <p:grpSp>
        <p:nvGrpSpPr>
          <p:cNvPr id="166" name="Google Shape;166;p1"/>
          <p:cNvGrpSpPr/>
          <p:nvPr/>
        </p:nvGrpSpPr>
        <p:grpSpPr>
          <a:xfrm>
            <a:off x="4886597" y="1741083"/>
            <a:ext cx="375450" cy="4667778"/>
            <a:chOff x="4886597" y="1741083"/>
            <a:chExt cx="375450" cy="4667778"/>
          </a:xfrm>
        </p:grpSpPr>
        <p:cxnSp>
          <p:nvCxnSpPr>
            <p:cNvPr id="167" name="Google Shape;167;p1"/>
            <p:cNvCxnSpPr/>
            <p:nvPr/>
          </p:nvCxnSpPr>
          <p:spPr>
            <a:xfrm rot="10800000">
              <a:off x="5074322" y="1741083"/>
              <a:ext cx="0" cy="4667778"/>
            </a:xfrm>
            <a:prstGeom prst="straightConnector1">
              <a:avLst/>
            </a:prstGeom>
            <a:noFill/>
            <a:ln w="9525" cap="flat" cmpd="sng">
              <a:solidFill>
                <a:schemeClr val="dk1"/>
              </a:solidFill>
              <a:prstDash val="solid"/>
              <a:miter lim="800000"/>
              <a:headEnd type="none" w="sm" len="sm"/>
              <a:tailEnd type="none" w="sm" len="sm"/>
            </a:ln>
          </p:spPr>
        </p:cxnSp>
        <p:grpSp>
          <p:nvGrpSpPr>
            <p:cNvPr id="168" name="Google Shape;168;p1"/>
            <p:cNvGrpSpPr/>
            <p:nvPr/>
          </p:nvGrpSpPr>
          <p:grpSpPr>
            <a:xfrm>
              <a:off x="4886597" y="3894485"/>
              <a:ext cx="375450" cy="360974"/>
              <a:chOff x="4481975" y="4551664"/>
              <a:chExt cx="375450" cy="360974"/>
            </a:xfrm>
          </p:grpSpPr>
          <p:sp>
            <p:nvSpPr>
              <p:cNvPr id="169" name="Google Shape;169;p1"/>
              <p:cNvSpPr/>
              <p:nvPr/>
            </p:nvSpPr>
            <p:spPr>
              <a:xfrm rot="-5400000">
                <a:off x="4481975" y="4552638"/>
                <a:ext cx="360000" cy="360000"/>
              </a:xfrm>
              <a:prstGeom prst="ellipse">
                <a:avLst/>
              </a:prstGeom>
              <a:solidFill>
                <a:schemeClr val="accent1"/>
              </a:solid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170" name="Google Shape;170;p1"/>
              <p:cNvPicPr preferRelativeResize="0"/>
              <p:nvPr/>
            </p:nvPicPr>
            <p:blipFill rotWithShape="1">
              <a:blip r:embed="rId4">
                <a:alphaModFix/>
              </a:blip>
              <a:srcRect/>
              <a:stretch/>
            </p:blipFill>
            <p:spPr>
              <a:xfrm rot="-5400000">
                <a:off x="4501025" y="4551664"/>
                <a:ext cx="356400" cy="356400"/>
              </a:xfrm>
              <a:prstGeom prst="rect">
                <a:avLst/>
              </a:prstGeom>
              <a:noFill/>
              <a:ln>
                <a:noFill/>
              </a:ln>
            </p:spPr>
          </p:pic>
        </p:grpSp>
      </p:grpSp>
      <p:grpSp>
        <p:nvGrpSpPr>
          <p:cNvPr id="171" name="Google Shape;171;p1"/>
          <p:cNvGrpSpPr/>
          <p:nvPr/>
        </p:nvGrpSpPr>
        <p:grpSpPr>
          <a:xfrm>
            <a:off x="5630536" y="2517542"/>
            <a:ext cx="3077846" cy="3114859"/>
            <a:chOff x="5630536" y="2517543"/>
            <a:chExt cx="3077846" cy="3114859"/>
          </a:xfrm>
        </p:grpSpPr>
        <p:sp>
          <p:nvSpPr>
            <p:cNvPr id="172" name="Google Shape;172;p1"/>
            <p:cNvSpPr txBox="1"/>
            <p:nvPr/>
          </p:nvSpPr>
          <p:spPr>
            <a:xfrm>
              <a:off x="5630538" y="2517543"/>
              <a:ext cx="3077843" cy="530969"/>
            </a:xfrm>
            <a:prstGeom prst="rect">
              <a:avLst/>
            </a:prstGeom>
            <a:noFill/>
            <a:ln w="9525" cap="flat" cmpd="sng">
              <a:solidFill>
                <a:schemeClr val="accent1"/>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システムを作ること</a:t>
              </a:r>
              <a:endParaRPr sz="1800" b="0" i="0" u="none" strike="noStrike" cap="none">
                <a:solidFill>
                  <a:schemeClr val="dk1"/>
                </a:solidFill>
                <a:latin typeface="Trebuchet MS"/>
                <a:ea typeface="Trebuchet MS"/>
                <a:cs typeface="Trebuchet MS"/>
                <a:sym typeface="Trebuchet MS"/>
              </a:endParaRPr>
            </a:p>
          </p:txBody>
        </p:sp>
        <p:sp>
          <p:nvSpPr>
            <p:cNvPr id="173" name="Google Shape;173;p1"/>
            <p:cNvSpPr txBox="1"/>
            <p:nvPr/>
          </p:nvSpPr>
          <p:spPr>
            <a:xfrm>
              <a:off x="5630536" y="4072173"/>
              <a:ext cx="3077845" cy="530969"/>
            </a:xfrm>
            <a:prstGeom prst="rect">
              <a:avLst/>
            </a:prstGeom>
            <a:noFill/>
            <a:ln w="9525" cap="flat" cmpd="sng">
              <a:solidFill>
                <a:schemeClr val="accent1"/>
              </a:solidFill>
              <a:prstDash val="dash"/>
              <a:round/>
              <a:headEnd type="none" w="sm" len="sm"/>
              <a:tailEnd type="none" w="sm" len="sm"/>
            </a:ln>
          </p:spPr>
          <p:txBody>
            <a:bodyPr spcFirstLastPara="1" wrap="square" lIns="144000" tIns="45700" rIns="144000"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プログラミングをすること</a:t>
              </a:r>
              <a:endParaRPr sz="1800" b="0" i="0" u="none" strike="noStrike" cap="none">
                <a:solidFill>
                  <a:schemeClr val="dk1"/>
                </a:solidFill>
                <a:latin typeface="Trebuchet MS"/>
                <a:ea typeface="Trebuchet MS"/>
                <a:cs typeface="Trebuchet MS"/>
                <a:sym typeface="Trebuchet MS"/>
              </a:endParaRPr>
            </a:p>
          </p:txBody>
        </p:sp>
        <p:sp>
          <p:nvSpPr>
            <p:cNvPr id="174" name="Google Shape;174;p1"/>
            <p:cNvSpPr txBox="1"/>
            <p:nvPr/>
          </p:nvSpPr>
          <p:spPr>
            <a:xfrm>
              <a:off x="5630537" y="5101433"/>
              <a:ext cx="3077845" cy="530969"/>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1800" b="0" i="0" u="none" strike="noStrike" cap="none">
                  <a:solidFill>
                    <a:srgbClr val="FF0000"/>
                  </a:solidFill>
                  <a:latin typeface="Trebuchet MS"/>
                  <a:ea typeface="Trebuchet MS"/>
                  <a:cs typeface="Trebuchet MS"/>
                  <a:sym typeface="Trebuchet MS"/>
                </a:rPr>
                <a:t>とは限らない</a:t>
              </a:r>
              <a:endParaRPr sz="1800" b="0" i="0" u="none" strike="noStrike" cap="none">
                <a:solidFill>
                  <a:srgbClr val="FF0000"/>
                </a:solidFill>
                <a:latin typeface="Trebuchet MS"/>
                <a:ea typeface="Trebuchet MS"/>
                <a:cs typeface="Trebuchet MS"/>
                <a:sym typeface="Trebuchet MS"/>
              </a:endParaRPr>
            </a:p>
          </p:txBody>
        </p:sp>
        <p:grpSp>
          <p:nvGrpSpPr>
            <p:cNvPr id="175" name="Google Shape;175;p1"/>
            <p:cNvGrpSpPr/>
            <p:nvPr/>
          </p:nvGrpSpPr>
          <p:grpSpPr>
            <a:xfrm>
              <a:off x="7067859" y="3357143"/>
              <a:ext cx="203200" cy="406400"/>
              <a:chOff x="6849533" y="3310467"/>
              <a:chExt cx="203200" cy="406400"/>
            </a:xfrm>
          </p:grpSpPr>
          <p:cxnSp>
            <p:nvCxnSpPr>
              <p:cNvPr id="176" name="Google Shape;176;p1"/>
              <p:cNvCxnSpPr/>
              <p:nvPr/>
            </p:nvCxnSpPr>
            <p:spPr>
              <a:xfrm>
                <a:off x="6849533" y="3310467"/>
                <a:ext cx="0" cy="406400"/>
              </a:xfrm>
              <a:prstGeom prst="straightConnector1">
                <a:avLst/>
              </a:prstGeom>
              <a:noFill/>
              <a:ln w="38100" cap="flat" cmpd="sng">
                <a:solidFill>
                  <a:schemeClr val="accent1"/>
                </a:solidFill>
                <a:prstDash val="solid"/>
                <a:miter lim="800000"/>
                <a:headEnd type="none" w="sm" len="sm"/>
                <a:tailEnd type="none" w="sm" len="sm"/>
              </a:ln>
            </p:spPr>
          </p:cxnSp>
          <p:cxnSp>
            <p:nvCxnSpPr>
              <p:cNvPr id="177" name="Google Shape;177;p1"/>
              <p:cNvCxnSpPr/>
              <p:nvPr/>
            </p:nvCxnSpPr>
            <p:spPr>
              <a:xfrm>
                <a:off x="7052733" y="3310467"/>
                <a:ext cx="0" cy="406400"/>
              </a:xfrm>
              <a:prstGeom prst="straightConnector1">
                <a:avLst/>
              </a:prstGeom>
              <a:noFill/>
              <a:ln w="38100" cap="flat" cmpd="sng">
                <a:solidFill>
                  <a:schemeClr val="accent1"/>
                </a:solidFill>
                <a:prstDash val="solid"/>
                <a:miter lim="800000"/>
                <a:headEnd type="none" w="sm" len="sm"/>
                <a:tailEnd type="none" w="sm" len="sm"/>
              </a:ln>
            </p:spPr>
          </p:cxn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3</a:t>
            </a:fld>
            <a:endParaRPr>
              <a:latin typeface="Trebuchet MS"/>
              <a:ea typeface="Trebuchet MS"/>
              <a:cs typeface="Trebuchet MS"/>
              <a:sym typeface="Trebuchet MS"/>
            </a:endParaRPr>
          </a:p>
        </p:txBody>
      </p:sp>
      <p:sp>
        <p:nvSpPr>
          <p:cNvPr id="184" name="Google Shape;184;p2"/>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solidFill>
                  <a:schemeClr val="dk1"/>
                </a:solidFill>
                <a:latin typeface="Trebuchet MS"/>
                <a:ea typeface="Trebuchet MS"/>
                <a:cs typeface="Trebuchet MS"/>
                <a:sym typeface="Trebuchet MS"/>
              </a:rPr>
              <a:t>　</a:t>
            </a:r>
            <a:endParaRPr/>
          </a:p>
        </p:txBody>
      </p:sp>
      <p:sp>
        <p:nvSpPr>
          <p:cNvPr id="185" name="Google Shape;185;p2"/>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b="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186" name="Google Shape;186;p2"/>
          <p:cNvSpPr txBox="1"/>
          <p:nvPr/>
        </p:nvSpPr>
        <p:spPr>
          <a:xfrm>
            <a:off x="435383" y="926925"/>
            <a:ext cx="5732661" cy="36929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800" b="0" i="0" u="none" strike="noStrike" cap="none">
                <a:solidFill>
                  <a:schemeClr val="dk1"/>
                </a:solidFill>
                <a:latin typeface="Trebuchet MS"/>
                <a:ea typeface="Trebuchet MS"/>
                <a:cs typeface="Trebuchet MS"/>
                <a:sym typeface="Trebuchet MS"/>
              </a:rPr>
              <a:t>料理に例えると・・・ (以下あくまでもイメージです) </a:t>
            </a:r>
            <a:endParaRPr/>
          </a:p>
        </p:txBody>
      </p:sp>
      <p:grpSp>
        <p:nvGrpSpPr>
          <p:cNvPr id="187" name="Google Shape;187;p2"/>
          <p:cNvGrpSpPr/>
          <p:nvPr/>
        </p:nvGrpSpPr>
        <p:grpSpPr>
          <a:xfrm>
            <a:off x="888638" y="1285310"/>
            <a:ext cx="4309583" cy="621506"/>
            <a:chOff x="888638" y="1285310"/>
            <a:chExt cx="4309583" cy="621506"/>
          </a:xfrm>
        </p:grpSpPr>
        <p:sp>
          <p:nvSpPr>
            <p:cNvPr id="188" name="Google Shape;188;p2"/>
            <p:cNvSpPr txBox="1"/>
            <p:nvPr/>
          </p:nvSpPr>
          <p:spPr>
            <a:xfrm>
              <a:off x="888638" y="1285310"/>
              <a:ext cx="4309583"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料理</a:t>
              </a:r>
              <a:endParaRPr/>
            </a:p>
          </p:txBody>
        </p:sp>
        <p:cxnSp>
          <p:nvCxnSpPr>
            <p:cNvPr id="189" name="Google Shape;189;p2"/>
            <p:cNvCxnSpPr/>
            <p:nvPr/>
          </p:nvCxnSpPr>
          <p:spPr>
            <a:xfrm>
              <a:off x="888638" y="1906816"/>
              <a:ext cx="4309583" cy="0"/>
            </a:xfrm>
            <a:prstGeom prst="straightConnector1">
              <a:avLst/>
            </a:prstGeom>
            <a:noFill/>
            <a:ln w="9525" cap="flat" cmpd="sng">
              <a:solidFill>
                <a:schemeClr val="dk1"/>
              </a:solidFill>
              <a:prstDash val="solid"/>
              <a:miter lim="800000"/>
              <a:headEnd type="none" w="sm" len="sm"/>
              <a:tailEnd type="none" w="sm" len="sm"/>
            </a:ln>
          </p:spPr>
        </p:cxnSp>
        <p:pic>
          <p:nvPicPr>
            <p:cNvPr id="190" name="Google Shape;190;p2" descr="コック帽 枠線"/>
            <p:cNvPicPr preferRelativeResize="0"/>
            <p:nvPr/>
          </p:nvPicPr>
          <p:blipFill rotWithShape="1">
            <a:blip r:embed="rId3">
              <a:alphaModFix/>
            </a:blip>
            <a:srcRect/>
            <a:stretch/>
          </p:blipFill>
          <p:spPr>
            <a:xfrm>
              <a:off x="888638" y="1366816"/>
              <a:ext cx="540000" cy="540000"/>
            </a:xfrm>
            <a:prstGeom prst="rect">
              <a:avLst/>
            </a:prstGeom>
            <a:noFill/>
            <a:ln>
              <a:noFill/>
            </a:ln>
          </p:spPr>
        </p:pic>
      </p:grpSp>
      <p:grpSp>
        <p:nvGrpSpPr>
          <p:cNvPr id="191" name="Google Shape;191;p2"/>
          <p:cNvGrpSpPr/>
          <p:nvPr/>
        </p:nvGrpSpPr>
        <p:grpSpPr>
          <a:xfrm>
            <a:off x="5445380" y="1285310"/>
            <a:ext cx="3339845" cy="621506"/>
            <a:chOff x="5445380" y="1285310"/>
            <a:chExt cx="3339845" cy="621506"/>
          </a:xfrm>
        </p:grpSpPr>
        <p:sp>
          <p:nvSpPr>
            <p:cNvPr id="192" name="Google Shape;192;p2"/>
            <p:cNvSpPr txBox="1"/>
            <p:nvPr/>
          </p:nvSpPr>
          <p:spPr>
            <a:xfrm>
              <a:off x="5445380" y="1285310"/>
              <a:ext cx="3339845"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システムエンジニアリング</a:t>
              </a:r>
              <a:endParaRPr/>
            </a:p>
          </p:txBody>
        </p:sp>
        <p:cxnSp>
          <p:nvCxnSpPr>
            <p:cNvPr id="193" name="Google Shape;193;p2"/>
            <p:cNvCxnSpPr/>
            <p:nvPr/>
          </p:nvCxnSpPr>
          <p:spPr>
            <a:xfrm>
              <a:off x="5445380" y="1906816"/>
              <a:ext cx="3339845" cy="0"/>
            </a:xfrm>
            <a:prstGeom prst="straightConnector1">
              <a:avLst/>
            </a:prstGeom>
            <a:noFill/>
            <a:ln w="9525" cap="flat" cmpd="sng">
              <a:solidFill>
                <a:schemeClr val="dk1"/>
              </a:solidFill>
              <a:prstDash val="solid"/>
              <a:miter lim="800000"/>
              <a:headEnd type="none" w="sm" len="sm"/>
              <a:tailEnd type="none" w="sm" len="sm"/>
            </a:ln>
          </p:spPr>
        </p:cxnSp>
        <p:pic>
          <p:nvPicPr>
            <p:cNvPr id="194" name="Google Shape;194;p2" descr="ネットワーク図 枠線"/>
            <p:cNvPicPr preferRelativeResize="0"/>
            <p:nvPr/>
          </p:nvPicPr>
          <p:blipFill rotWithShape="1">
            <a:blip r:embed="rId4">
              <a:alphaModFix/>
            </a:blip>
            <a:srcRect/>
            <a:stretch/>
          </p:blipFill>
          <p:spPr>
            <a:xfrm>
              <a:off x="5445380" y="1366816"/>
              <a:ext cx="540000" cy="540000"/>
            </a:xfrm>
            <a:prstGeom prst="rect">
              <a:avLst/>
            </a:prstGeom>
            <a:noFill/>
            <a:ln>
              <a:noFill/>
            </a:ln>
          </p:spPr>
        </p:pic>
      </p:grpSp>
      <p:grpSp>
        <p:nvGrpSpPr>
          <p:cNvPr id="195" name="Google Shape;195;p2"/>
          <p:cNvGrpSpPr/>
          <p:nvPr/>
        </p:nvGrpSpPr>
        <p:grpSpPr>
          <a:xfrm>
            <a:off x="435383" y="3463873"/>
            <a:ext cx="4762838" cy="1533564"/>
            <a:chOff x="435383" y="3463873"/>
            <a:chExt cx="4762838" cy="1533564"/>
          </a:xfrm>
        </p:grpSpPr>
        <p:sp>
          <p:nvSpPr>
            <p:cNvPr id="196" name="Google Shape;196;p2"/>
            <p:cNvSpPr/>
            <p:nvPr/>
          </p:nvSpPr>
          <p:spPr>
            <a:xfrm rot="5400000">
              <a:off x="-147309" y="4046564"/>
              <a:ext cx="1533564" cy="368181"/>
            </a:xfrm>
            <a:prstGeom prst="chevron">
              <a:avLst>
                <a:gd name="adj" fmla="val 18094"/>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txBox="1"/>
            <p:nvPr/>
          </p:nvSpPr>
          <p:spPr>
            <a:xfrm>
              <a:off x="435392" y="3530477"/>
              <a:ext cx="368181" cy="1400327"/>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Trebuchet MS"/>
                  <a:ea typeface="Trebuchet MS"/>
                  <a:cs typeface="Trebuchet MS"/>
                  <a:sym typeface="Trebuchet MS"/>
                </a:rPr>
                <a:t>2</a:t>
              </a:r>
              <a:endParaRPr sz="1800" b="0" i="0" u="none" strike="noStrike" cap="none">
                <a:solidFill>
                  <a:schemeClr val="lt1"/>
                </a:solidFill>
                <a:latin typeface="Trebuchet MS"/>
                <a:ea typeface="Trebuchet MS"/>
                <a:cs typeface="Trebuchet MS"/>
                <a:sym typeface="Trebuchet MS"/>
              </a:endParaRPr>
            </a:p>
          </p:txBody>
        </p:sp>
        <p:pic>
          <p:nvPicPr>
            <p:cNvPr id="198" name="Google Shape;198;p2" descr="泡立て器 単色塗りつぶし"/>
            <p:cNvPicPr preferRelativeResize="0"/>
            <p:nvPr/>
          </p:nvPicPr>
          <p:blipFill rotWithShape="1">
            <a:blip r:embed="rId5">
              <a:alphaModFix/>
            </a:blip>
            <a:srcRect/>
            <a:stretch/>
          </p:blipFill>
          <p:spPr>
            <a:xfrm>
              <a:off x="1202887" y="3690656"/>
              <a:ext cx="540000" cy="540000"/>
            </a:xfrm>
            <a:prstGeom prst="rect">
              <a:avLst/>
            </a:prstGeom>
            <a:noFill/>
            <a:ln>
              <a:noFill/>
            </a:ln>
          </p:spPr>
        </p:pic>
        <p:sp>
          <p:nvSpPr>
            <p:cNvPr id="199" name="Google Shape;199;p2"/>
            <p:cNvSpPr txBox="1"/>
            <p:nvPr/>
          </p:nvSpPr>
          <p:spPr>
            <a:xfrm>
              <a:off x="888638" y="4230654"/>
              <a:ext cx="1268938" cy="539998"/>
            </a:xfrm>
            <a:prstGeom prst="rect">
              <a:avLst/>
            </a:prstGeom>
            <a:noFill/>
            <a:ln>
              <a:noFill/>
            </a:ln>
          </p:spPr>
          <p:txBody>
            <a:bodyPr spcFirstLastPara="1" wrap="square" lIns="90000"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野菜を切って</a:t>
              </a:r>
              <a:endParaRPr/>
            </a:p>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炒めて・・</a:t>
              </a:r>
              <a:endParaRPr sz="1400" b="0" i="0" u="none" strike="noStrike" cap="none">
                <a:solidFill>
                  <a:schemeClr val="dk1"/>
                </a:solidFill>
                <a:latin typeface="Trebuchet MS"/>
                <a:ea typeface="Trebuchet MS"/>
                <a:cs typeface="Trebuchet MS"/>
                <a:sym typeface="Trebuchet MS"/>
              </a:endParaRPr>
            </a:p>
          </p:txBody>
        </p:sp>
        <p:sp>
          <p:nvSpPr>
            <p:cNvPr id="200" name="Google Shape;200;p2"/>
            <p:cNvSpPr txBox="1"/>
            <p:nvPr/>
          </p:nvSpPr>
          <p:spPr>
            <a:xfrm>
              <a:off x="2157577" y="3516518"/>
              <a:ext cx="3040644" cy="1428272"/>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レシピ通りに切る！</a:t>
              </a:r>
              <a:endParaRPr sz="1600" b="0" i="0" u="none" strike="noStrike" cap="none">
                <a:solidFill>
                  <a:schemeClr val="dk1"/>
                </a:solidFill>
                <a:latin typeface="Trebuchet MS"/>
                <a:ea typeface="Trebuchet MS"/>
                <a:cs typeface="Trebuchet MS"/>
                <a:sym typeface="Trebuchet MS"/>
              </a:endParaRPr>
            </a:p>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炒める！</a:t>
              </a:r>
              <a:endParaRPr/>
            </a:p>
          </p:txBody>
        </p:sp>
        <p:cxnSp>
          <p:nvCxnSpPr>
            <p:cNvPr id="201" name="Google Shape;201;p2"/>
            <p:cNvCxnSpPr/>
            <p:nvPr/>
          </p:nvCxnSpPr>
          <p:spPr>
            <a:xfrm>
              <a:off x="2157577" y="3516518"/>
              <a:ext cx="0" cy="1428272"/>
            </a:xfrm>
            <a:prstGeom prst="straightConnector1">
              <a:avLst/>
            </a:prstGeom>
            <a:noFill/>
            <a:ln w="38100" cap="flat" cmpd="sng">
              <a:solidFill>
                <a:srgbClr val="BBD6EE"/>
              </a:solidFill>
              <a:prstDash val="solid"/>
              <a:miter lim="800000"/>
              <a:headEnd type="none" w="sm" len="sm"/>
              <a:tailEnd type="none" w="sm" len="sm"/>
            </a:ln>
          </p:spPr>
        </p:cxnSp>
      </p:grpSp>
      <p:grpSp>
        <p:nvGrpSpPr>
          <p:cNvPr id="202" name="Google Shape;202;p2"/>
          <p:cNvGrpSpPr/>
          <p:nvPr/>
        </p:nvGrpSpPr>
        <p:grpSpPr>
          <a:xfrm>
            <a:off x="435383" y="1966481"/>
            <a:ext cx="4762838" cy="1533572"/>
            <a:chOff x="435383" y="1966481"/>
            <a:chExt cx="4762838" cy="1533572"/>
          </a:xfrm>
        </p:grpSpPr>
        <p:sp>
          <p:nvSpPr>
            <p:cNvPr id="203" name="Google Shape;203;p2"/>
            <p:cNvSpPr/>
            <p:nvPr/>
          </p:nvSpPr>
          <p:spPr>
            <a:xfrm rot="5400000">
              <a:off x="-147312" y="2549177"/>
              <a:ext cx="1533570" cy="368181"/>
            </a:xfrm>
            <a:prstGeom prst="homePlate">
              <a:avLst>
                <a:gd name="adj" fmla="val 18206"/>
              </a:avLst>
            </a:prstGeom>
            <a:solidFill>
              <a:schemeClr val="accent1">
                <a:alpha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txBox="1"/>
            <p:nvPr/>
          </p:nvSpPr>
          <p:spPr>
            <a:xfrm>
              <a:off x="435395" y="1966481"/>
              <a:ext cx="368181" cy="1500054"/>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Trebuchet MS"/>
                  <a:ea typeface="Trebuchet MS"/>
                  <a:cs typeface="Trebuchet MS"/>
                  <a:sym typeface="Trebuchet MS"/>
                </a:rPr>
                <a:t>1</a:t>
              </a:r>
              <a:endParaRPr sz="1800" b="0" i="0" u="none" strike="noStrike" cap="none">
                <a:solidFill>
                  <a:schemeClr val="lt1"/>
                </a:solidFill>
                <a:latin typeface="Trebuchet MS"/>
                <a:ea typeface="Trebuchet MS"/>
                <a:cs typeface="Trebuchet MS"/>
                <a:sym typeface="Trebuchet MS"/>
              </a:endParaRPr>
            </a:p>
          </p:txBody>
        </p:sp>
        <p:pic>
          <p:nvPicPr>
            <p:cNvPr id="205" name="Google Shape;205;p2" descr="考え 単色塗りつぶし"/>
            <p:cNvPicPr preferRelativeResize="0"/>
            <p:nvPr/>
          </p:nvPicPr>
          <p:blipFill rotWithShape="1">
            <a:blip r:embed="rId6">
              <a:alphaModFix/>
            </a:blip>
            <a:srcRect/>
            <a:stretch/>
          </p:blipFill>
          <p:spPr>
            <a:xfrm>
              <a:off x="1202888" y="2193269"/>
              <a:ext cx="540000" cy="540000"/>
            </a:xfrm>
            <a:prstGeom prst="rect">
              <a:avLst/>
            </a:prstGeom>
            <a:noFill/>
            <a:ln>
              <a:noFill/>
            </a:ln>
          </p:spPr>
        </p:pic>
        <p:sp>
          <p:nvSpPr>
            <p:cNvPr id="206" name="Google Shape;206;p2"/>
            <p:cNvSpPr txBox="1"/>
            <p:nvPr/>
          </p:nvSpPr>
          <p:spPr>
            <a:xfrm>
              <a:off x="888639" y="2733269"/>
              <a:ext cx="1268938" cy="539998"/>
            </a:xfrm>
            <a:prstGeom prst="rect">
              <a:avLst/>
            </a:prstGeom>
            <a:noFill/>
            <a:ln>
              <a:noFill/>
            </a:ln>
          </p:spPr>
          <p:txBody>
            <a:bodyPr spcFirstLastPara="1" wrap="square" lIns="90000"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「なに</a:t>
              </a:r>
              <a:endParaRPr sz="1400" b="0" i="0" u="none" strike="noStrike" cap="none">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作ろうかな」</a:t>
              </a:r>
              <a:endParaRPr sz="1400" b="0" i="0" u="none" strike="noStrike" cap="none">
                <a:solidFill>
                  <a:schemeClr val="dk1"/>
                </a:solidFill>
                <a:latin typeface="Trebuchet MS"/>
                <a:ea typeface="Trebuchet MS"/>
                <a:cs typeface="Trebuchet MS"/>
                <a:sym typeface="Trebuchet MS"/>
              </a:endParaRPr>
            </a:p>
          </p:txBody>
        </p:sp>
        <p:sp>
          <p:nvSpPr>
            <p:cNvPr id="207" name="Google Shape;207;p2"/>
            <p:cNvSpPr txBox="1"/>
            <p:nvPr/>
          </p:nvSpPr>
          <p:spPr>
            <a:xfrm>
              <a:off x="2157577" y="2019131"/>
              <a:ext cx="3040644" cy="714137"/>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何の料理を作る？</a:t>
              </a:r>
              <a:endParaRPr/>
            </a:p>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どんな材料を揃えたらいい？</a:t>
              </a:r>
              <a:endParaRPr sz="1600" b="0" i="0" u="none" strike="noStrike" cap="none">
                <a:solidFill>
                  <a:schemeClr val="dk1"/>
                </a:solidFill>
                <a:latin typeface="Trebuchet MS"/>
                <a:ea typeface="Trebuchet MS"/>
                <a:cs typeface="Trebuchet MS"/>
                <a:sym typeface="Trebuchet MS"/>
              </a:endParaRPr>
            </a:p>
          </p:txBody>
        </p:sp>
        <p:cxnSp>
          <p:nvCxnSpPr>
            <p:cNvPr id="208" name="Google Shape;208;p2"/>
            <p:cNvCxnSpPr/>
            <p:nvPr/>
          </p:nvCxnSpPr>
          <p:spPr>
            <a:xfrm>
              <a:off x="2157577" y="2019132"/>
              <a:ext cx="0" cy="1428272"/>
            </a:xfrm>
            <a:prstGeom prst="straightConnector1">
              <a:avLst/>
            </a:prstGeom>
            <a:noFill/>
            <a:ln w="38100" cap="flat" cmpd="sng">
              <a:solidFill>
                <a:srgbClr val="BBD6EE"/>
              </a:solidFill>
              <a:prstDash val="solid"/>
              <a:miter lim="800000"/>
              <a:headEnd type="none" w="sm" len="sm"/>
              <a:tailEnd type="none" w="sm" len="sm"/>
            </a:ln>
          </p:spPr>
        </p:cxnSp>
        <p:sp>
          <p:nvSpPr>
            <p:cNvPr id="209" name="Google Shape;209;p2"/>
            <p:cNvSpPr txBox="1"/>
            <p:nvPr/>
          </p:nvSpPr>
          <p:spPr>
            <a:xfrm>
              <a:off x="2157577" y="2733268"/>
              <a:ext cx="3040644" cy="714136"/>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どんなレシピ？</a:t>
              </a:r>
              <a:br>
                <a:rPr lang="ja-JP" sz="1600" b="0" i="0" u="none" strike="noStrike" cap="none">
                  <a:solidFill>
                    <a:schemeClr val="dk1"/>
                  </a:solidFill>
                  <a:latin typeface="Trebuchet MS"/>
                  <a:ea typeface="Trebuchet MS"/>
                  <a:cs typeface="Trebuchet MS"/>
                  <a:sym typeface="Trebuchet MS"/>
                </a:rPr>
              </a:br>
              <a:r>
                <a:rPr lang="ja-JP" sz="1600" b="0" i="0" u="none" strike="noStrike" cap="none">
                  <a:solidFill>
                    <a:schemeClr val="dk1"/>
                  </a:solidFill>
                  <a:latin typeface="Trebuchet MS"/>
                  <a:ea typeface="Trebuchet MS"/>
                  <a:cs typeface="Trebuchet MS"/>
                  <a:sym typeface="Trebuchet MS"/>
                </a:rPr>
                <a:t>分量は？炒める時間は？</a:t>
              </a:r>
              <a:endParaRPr/>
            </a:p>
          </p:txBody>
        </p:sp>
      </p:grpSp>
      <p:grpSp>
        <p:nvGrpSpPr>
          <p:cNvPr id="210" name="Google Shape;210;p2"/>
          <p:cNvGrpSpPr/>
          <p:nvPr/>
        </p:nvGrpSpPr>
        <p:grpSpPr>
          <a:xfrm>
            <a:off x="435383" y="4961257"/>
            <a:ext cx="4762838" cy="1533570"/>
            <a:chOff x="435383" y="4961257"/>
            <a:chExt cx="4762838" cy="1533570"/>
          </a:xfrm>
        </p:grpSpPr>
        <p:sp>
          <p:nvSpPr>
            <p:cNvPr id="211" name="Google Shape;211;p2"/>
            <p:cNvSpPr/>
            <p:nvPr/>
          </p:nvSpPr>
          <p:spPr>
            <a:xfrm rot="5400000">
              <a:off x="-147312" y="5543951"/>
              <a:ext cx="1533570" cy="368181"/>
            </a:xfrm>
            <a:prstGeom prst="chevron">
              <a:avLst>
                <a:gd name="adj" fmla="val 1809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txBox="1"/>
            <p:nvPr/>
          </p:nvSpPr>
          <p:spPr>
            <a:xfrm>
              <a:off x="435395" y="5027874"/>
              <a:ext cx="368181" cy="1400333"/>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ja-JP" sz="1800" b="0" i="0" u="none" strike="noStrike" cap="none">
                  <a:solidFill>
                    <a:schemeClr val="lt1"/>
                  </a:solidFill>
                  <a:latin typeface="Trebuchet MS"/>
                  <a:ea typeface="Trebuchet MS"/>
                  <a:cs typeface="Trebuchet MS"/>
                  <a:sym typeface="Trebuchet MS"/>
                </a:rPr>
                <a:t>3</a:t>
              </a:r>
              <a:endParaRPr sz="1800" b="0" i="0" u="none" strike="noStrike" cap="none">
                <a:solidFill>
                  <a:schemeClr val="lt1"/>
                </a:solidFill>
                <a:latin typeface="Trebuchet MS"/>
                <a:ea typeface="Trebuchet MS"/>
                <a:cs typeface="Trebuchet MS"/>
                <a:sym typeface="Trebuchet MS"/>
              </a:endParaRPr>
            </a:p>
          </p:txBody>
        </p:sp>
        <p:sp>
          <p:nvSpPr>
            <p:cNvPr id="213" name="Google Shape;213;p2"/>
            <p:cNvSpPr txBox="1"/>
            <p:nvPr/>
          </p:nvSpPr>
          <p:spPr>
            <a:xfrm>
              <a:off x="2157577" y="5013905"/>
              <a:ext cx="3040644" cy="707286"/>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味見をする</a:t>
              </a:r>
              <a:endParaRPr/>
            </a:p>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盛り付けて見栄えを確認する</a:t>
              </a:r>
              <a:endParaRPr sz="1600" b="0" i="0" u="none" strike="noStrike" cap="none">
                <a:solidFill>
                  <a:schemeClr val="dk1"/>
                </a:solidFill>
                <a:latin typeface="Trebuchet MS"/>
                <a:ea typeface="Trebuchet MS"/>
                <a:cs typeface="Trebuchet MS"/>
                <a:sym typeface="Trebuchet MS"/>
              </a:endParaRPr>
            </a:p>
          </p:txBody>
        </p:sp>
        <p:pic>
          <p:nvPicPr>
            <p:cNvPr id="214" name="Google Shape;214;p2" descr="熱望 単色塗りつぶし"/>
            <p:cNvPicPr preferRelativeResize="0"/>
            <p:nvPr/>
          </p:nvPicPr>
          <p:blipFill rotWithShape="1">
            <a:blip r:embed="rId7">
              <a:alphaModFix/>
            </a:blip>
            <a:srcRect/>
            <a:stretch/>
          </p:blipFill>
          <p:spPr>
            <a:xfrm>
              <a:off x="1202888" y="5188042"/>
              <a:ext cx="540000" cy="540000"/>
            </a:xfrm>
            <a:prstGeom prst="rect">
              <a:avLst/>
            </a:prstGeom>
            <a:noFill/>
            <a:ln>
              <a:noFill/>
            </a:ln>
          </p:spPr>
        </p:pic>
        <p:sp>
          <p:nvSpPr>
            <p:cNvPr id="215" name="Google Shape;215;p2"/>
            <p:cNvSpPr txBox="1"/>
            <p:nvPr/>
          </p:nvSpPr>
          <p:spPr>
            <a:xfrm>
              <a:off x="888639" y="5728042"/>
              <a:ext cx="1268938" cy="539998"/>
            </a:xfrm>
            <a:prstGeom prst="rect">
              <a:avLst/>
            </a:prstGeom>
            <a:noFill/>
            <a:ln>
              <a:noFill/>
            </a:ln>
          </p:spPr>
          <p:txBody>
            <a:bodyPr spcFirstLastPara="1" wrap="square" lIns="90000"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ja-JP" sz="1400" b="0" i="0" u="none" strike="noStrike" cap="none">
                  <a:solidFill>
                    <a:schemeClr val="dk1"/>
                  </a:solidFill>
                  <a:latin typeface="Trebuchet MS"/>
                  <a:ea typeface="Trebuchet MS"/>
                  <a:cs typeface="Trebuchet MS"/>
                  <a:sym typeface="Trebuchet MS"/>
                </a:rPr>
                <a:t>できた！！</a:t>
              </a:r>
              <a:endParaRPr/>
            </a:p>
          </p:txBody>
        </p:sp>
        <p:cxnSp>
          <p:nvCxnSpPr>
            <p:cNvPr id="216" name="Google Shape;216;p2"/>
            <p:cNvCxnSpPr/>
            <p:nvPr/>
          </p:nvCxnSpPr>
          <p:spPr>
            <a:xfrm>
              <a:off x="2157577" y="5013905"/>
              <a:ext cx="0" cy="1428272"/>
            </a:xfrm>
            <a:prstGeom prst="straightConnector1">
              <a:avLst/>
            </a:prstGeom>
            <a:noFill/>
            <a:ln w="38100" cap="flat" cmpd="sng">
              <a:solidFill>
                <a:srgbClr val="BBD6EE"/>
              </a:solidFill>
              <a:prstDash val="solid"/>
              <a:miter lim="800000"/>
              <a:headEnd type="none" w="sm" len="sm"/>
              <a:tailEnd type="none" w="sm" len="sm"/>
            </a:ln>
          </p:spPr>
        </p:cxnSp>
        <p:sp>
          <p:nvSpPr>
            <p:cNvPr id="217" name="Google Shape;217;p2"/>
            <p:cNvSpPr txBox="1"/>
            <p:nvPr/>
          </p:nvSpPr>
          <p:spPr>
            <a:xfrm>
              <a:off x="2157577" y="5721191"/>
              <a:ext cx="3040644" cy="707286"/>
            </a:xfrm>
            <a:prstGeom prst="rect">
              <a:avLst/>
            </a:prstGeom>
            <a:noFill/>
            <a:ln>
              <a:noFill/>
            </a:ln>
          </p:spPr>
          <p:txBody>
            <a:bodyPr spcFirstLastPara="1" wrap="square" lIns="108000" tIns="45700" rIns="91425" bIns="45700" anchor="ctr" anchorCtr="0">
              <a:noAutofit/>
            </a:bodyPr>
            <a:lstStyle/>
            <a:p>
              <a:pPr marL="177800" marR="0" lvl="1" indent="-177800" algn="l" rtl="0">
                <a:spcBef>
                  <a:spcPts val="0"/>
                </a:spcBef>
                <a:spcAft>
                  <a:spcPts val="0"/>
                </a:spcAft>
                <a:buClr>
                  <a:schemeClr val="accent1"/>
                </a:buClr>
                <a:buSzPts val="1800"/>
                <a:buFont typeface="Arial"/>
                <a:buChar char="•"/>
              </a:pPr>
              <a:r>
                <a:rPr lang="ja-JP" sz="1600" b="0" i="0" u="none" strike="noStrike" cap="none">
                  <a:solidFill>
                    <a:schemeClr val="dk1"/>
                  </a:solidFill>
                  <a:latin typeface="Trebuchet MS"/>
                  <a:ea typeface="Trebuchet MS"/>
                  <a:cs typeface="Trebuchet MS"/>
                  <a:sym typeface="Trebuchet MS"/>
                </a:rPr>
                <a:t>料理を出す</a:t>
              </a:r>
              <a:endParaRPr/>
            </a:p>
          </p:txBody>
        </p:sp>
      </p:grpSp>
      <p:grpSp>
        <p:nvGrpSpPr>
          <p:cNvPr id="218" name="Google Shape;218;p2"/>
          <p:cNvGrpSpPr/>
          <p:nvPr/>
        </p:nvGrpSpPr>
        <p:grpSpPr>
          <a:xfrm>
            <a:off x="5198221" y="2019131"/>
            <a:ext cx="3587004" cy="4412771"/>
            <a:chOff x="5198221" y="2019131"/>
            <a:chExt cx="3587004" cy="4412771"/>
          </a:xfrm>
        </p:grpSpPr>
        <p:sp>
          <p:nvSpPr>
            <p:cNvPr id="219" name="Google Shape;219;p2"/>
            <p:cNvSpPr txBox="1"/>
            <p:nvPr/>
          </p:nvSpPr>
          <p:spPr>
            <a:xfrm>
              <a:off x="6086783" y="2019131"/>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要件定義</a:t>
              </a:r>
              <a:endParaRPr sz="1600" b="0" i="0" u="none" strike="noStrike" cap="none">
                <a:solidFill>
                  <a:schemeClr val="dk1"/>
                </a:solidFill>
                <a:latin typeface="Trebuchet MS"/>
                <a:ea typeface="Trebuchet MS"/>
                <a:cs typeface="Trebuchet MS"/>
                <a:sym typeface="Trebuchet MS"/>
              </a:endParaRPr>
            </a:p>
          </p:txBody>
        </p:sp>
        <p:pic>
          <p:nvPicPr>
            <p:cNvPr id="220" name="Google Shape;220;p2" descr="クリップボード 単色塗りつぶし"/>
            <p:cNvPicPr preferRelativeResize="0"/>
            <p:nvPr/>
          </p:nvPicPr>
          <p:blipFill rotWithShape="1">
            <a:blip r:embed="rId8">
              <a:alphaModFix/>
            </a:blip>
            <a:srcRect/>
            <a:stretch/>
          </p:blipFill>
          <p:spPr>
            <a:xfrm>
              <a:off x="5546783" y="2106199"/>
              <a:ext cx="540000" cy="540000"/>
            </a:xfrm>
            <a:prstGeom prst="rect">
              <a:avLst/>
            </a:prstGeom>
            <a:noFill/>
            <a:ln>
              <a:noFill/>
            </a:ln>
          </p:spPr>
        </p:pic>
        <p:sp>
          <p:nvSpPr>
            <p:cNvPr id="221" name="Google Shape;221;p2"/>
            <p:cNvSpPr/>
            <p:nvPr/>
          </p:nvSpPr>
          <p:spPr>
            <a:xfrm>
              <a:off x="5198221" y="2094110"/>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2" name="Google Shape;222;p2"/>
            <p:cNvSpPr/>
            <p:nvPr/>
          </p:nvSpPr>
          <p:spPr>
            <a:xfrm>
              <a:off x="5198221" y="2808246"/>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3" name="Google Shape;223;p2"/>
            <p:cNvSpPr/>
            <p:nvPr/>
          </p:nvSpPr>
          <p:spPr>
            <a:xfrm>
              <a:off x="5198221" y="3948564"/>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4" name="Google Shape;224;p2"/>
            <p:cNvSpPr/>
            <p:nvPr/>
          </p:nvSpPr>
          <p:spPr>
            <a:xfrm>
              <a:off x="5198221" y="5079043"/>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5" name="Google Shape;225;p2"/>
            <p:cNvSpPr/>
            <p:nvPr/>
          </p:nvSpPr>
          <p:spPr>
            <a:xfrm>
              <a:off x="5198221" y="5812858"/>
              <a:ext cx="180000" cy="564180"/>
            </a:xfrm>
            <a:prstGeom prst="rightBrace">
              <a:avLst>
                <a:gd name="adj1" fmla="val 8333"/>
                <a:gd name="adj2" fmla="val 50000"/>
              </a:avLst>
            </a:prstGeom>
            <a:no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rebuchet MS"/>
                <a:ea typeface="Trebuchet MS"/>
                <a:cs typeface="Trebuchet MS"/>
                <a:sym typeface="Trebuchet MS"/>
              </a:endParaRPr>
            </a:p>
          </p:txBody>
        </p:sp>
        <p:sp>
          <p:nvSpPr>
            <p:cNvPr id="226" name="Google Shape;226;p2"/>
            <p:cNvSpPr txBox="1"/>
            <p:nvPr/>
          </p:nvSpPr>
          <p:spPr>
            <a:xfrm>
              <a:off x="6086783" y="2733267"/>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基本設計</a:t>
              </a:r>
              <a:endParaRPr/>
            </a:p>
          </p:txBody>
        </p:sp>
        <p:pic>
          <p:nvPicPr>
            <p:cNvPr id="227" name="Google Shape;227;p2" descr="Web デザイン 単色塗りつぶし"/>
            <p:cNvPicPr preferRelativeResize="0"/>
            <p:nvPr/>
          </p:nvPicPr>
          <p:blipFill rotWithShape="1">
            <a:blip r:embed="rId9">
              <a:alphaModFix/>
            </a:blip>
            <a:srcRect/>
            <a:stretch/>
          </p:blipFill>
          <p:spPr>
            <a:xfrm>
              <a:off x="5546783" y="2820335"/>
              <a:ext cx="540000" cy="540000"/>
            </a:xfrm>
            <a:prstGeom prst="rect">
              <a:avLst/>
            </a:prstGeom>
            <a:noFill/>
            <a:ln>
              <a:noFill/>
            </a:ln>
          </p:spPr>
        </p:pic>
        <p:sp>
          <p:nvSpPr>
            <p:cNvPr id="228" name="Google Shape;228;p2"/>
            <p:cNvSpPr txBox="1"/>
            <p:nvPr/>
          </p:nvSpPr>
          <p:spPr>
            <a:xfrm>
              <a:off x="6086783" y="3873586"/>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プログラミング</a:t>
              </a:r>
              <a:endParaRPr sz="1600" b="0" i="0" u="none" strike="noStrike" cap="none">
                <a:solidFill>
                  <a:schemeClr val="dk1"/>
                </a:solidFill>
                <a:latin typeface="Trebuchet MS"/>
                <a:ea typeface="Trebuchet MS"/>
                <a:cs typeface="Trebuchet MS"/>
                <a:sym typeface="Trebuchet MS"/>
              </a:endParaRPr>
            </a:p>
          </p:txBody>
        </p:sp>
        <p:pic>
          <p:nvPicPr>
            <p:cNvPr id="229" name="Google Shape;229;p2" descr="プログラマー女性 単色塗りつぶし"/>
            <p:cNvPicPr preferRelativeResize="0"/>
            <p:nvPr/>
          </p:nvPicPr>
          <p:blipFill rotWithShape="1">
            <a:blip r:embed="rId10">
              <a:alphaModFix/>
            </a:blip>
            <a:srcRect/>
            <a:stretch/>
          </p:blipFill>
          <p:spPr>
            <a:xfrm>
              <a:off x="5546783" y="3960654"/>
              <a:ext cx="540000" cy="540000"/>
            </a:xfrm>
            <a:prstGeom prst="rect">
              <a:avLst/>
            </a:prstGeom>
            <a:noFill/>
            <a:ln>
              <a:noFill/>
            </a:ln>
          </p:spPr>
        </p:pic>
        <p:sp>
          <p:nvSpPr>
            <p:cNvPr id="230" name="Google Shape;230;p2"/>
            <p:cNvSpPr txBox="1"/>
            <p:nvPr/>
          </p:nvSpPr>
          <p:spPr>
            <a:xfrm>
              <a:off x="6086783" y="5010479"/>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システムテスト</a:t>
              </a:r>
              <a:endParaRPr/>
            </a:p>
          </p:txBody>
        </p:sp>
        <p:pic>
          <p:nvPicPr>
            <p:cNvPr id="231" name="Google Shape;231;p2" descr="チェックリスト 単色塗りつぶし"/>
            <p:cNvPicPr preferRelativeResize="0"/>
            <p:nvPr/>
          </p:nvPicPr>
          <p:blipFill rotWithShape="1">
            <a:blip r:embed="rId11">
              <a:alphaModFix/>
            </a:blip>
            <a:srcRect/>
            <a:stretch/>
          </p:blipFill>
          <p:spPr>
            <a:xfrm>
              <a:off x="5546783" y="5097547"/>
              <a:ext cx="540000" cy="540000"/>
            </a:xfrm>
            <a:prstGeom prst="rect">
              <a:avLst/>
            </a:prstGeom>
            <a:noFill/>
            <a:ln>
              <a:noFill/>
            </a:ln>
          </p:spPr>
        </p:pic>
        <p:sp>
          <p:nvSpPr>
            <p:cNvPr id="232" name="Google Shape;232;p2"/>
            <p:cNvSpPr txBox="1"/>
            <p:nvPr/>
          </p:nvSpPr>
          <p:spPr>
            <a:xfrm>
              <a:off x="6086783" y="5717765"/>
              <a:ext cx="2698442" cy="71413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リリース</a:t>
              </a:r>
              <a:endParaRPr/>
            </a:p>
          </p:txBody>
        </p:sp>
        <p:pic>
          <p:nvPicPr>
            <p:cNvPr id="233" name="Google Shape;233;p2" descr="矢印: 緩い曲線 単色塗りつぶし"/>
            <p:cNvPicPr preferRelativeResize="0"/>
            <p:nvPr/>
          </p:nvPicPr>
          <p:blipFill rotWithShape="1">
            <a:blip r:embed="rId12">
              <a:alphaModFix/>
            </a:blip>
            <a:srcRect/>
            <a:stretch/>
          </p:blipFill>
          <p:spPr>
            <a:xfrm>
              <a:off x="5546783" y="5804833"/>
              <a:ext cx="540000" cy="540000"/>
            </a:xfrm>
            <a:prstGeom prst="rect">
              <a:avLst/>
            </a:prstGeom>
            <a:noFill/>
            <a:ln>
              <a:noFill/>
            </a:ln>
          </p:spPr>
        </p:pic>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4</a:t>
            </a:fld>
            <a:endParaRPr>
              <a:latin typeface="Trebuchet MS"/>
              <a:ea typeface="Trebuchet MS"/>
              <a:cs typeface="Trebuchet MS"/>
              <a:sym typeface="Trebuchet MS"/>
            </a:endParaRPr>
          </a:p>
        </p:txBody>
      </p:sp>
      <p:sp>
        <p:nvSpPr>
          <p:cNvPr id="240" name="Google Shape;240;p3"/>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241" name="Google Shape;241;p3"/>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b="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242" name="Google Shape;242;p3"/>
          <p:cNvSpPr txBox="1"/>
          <p:nvPr/>
        </p:nvSpPr>
        <p:spPr>
          <a:xfrm>
            <a:off x="1240660" y="1548431"/>
            <a:ext cx="3685763"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b="0" i="0" u="none" strike="noStrike" cap="none">
                <a:solidFill>
                  <a:schemeClr val="dk1"/>
                </a:solidFill>
                <a:latin typeface="Trebuchet MS"/>
                <a:ea typeface="Trebuchet MS"/>
                <a:cs typeface="Trebuchet MS"/>
                <a:sym typeface="Trebuchet MS"/>
              </a:rPr>
              <a:t>切る工程、炒める工程も大事ですが…</a:t>
            </a:r>
            <a:endParaRPr sz="1200" b="0" i="0" u="none" strike="noStrike" cap="none">
              <a:solidFill>
                <a:schemeClr val="dk1"/>
              </a:solidFill>
              <a:latin typeface="Trebuchet MS"/>
              <a:ea typeface="Trebuchet MS"/>
              <a:cs typeface="Trebuchet MS"/>
              <a:sym typeface="Trebuchet MS"/>
            </a:endParaRPr>
          </a:p>
        </p:txBody>
      </p:sp>
      <p:sp>
        <p:nvSpPr>
          <p:cNvPr id="243" name="Google Shape;243;p3"/>
          <p:cNvSpPr txBox="1"/>
          <p:nvPr/>
        </p:nvSpPr>
        <p:spPr>
          <a:xfrm>
            <a:off x="1240660" y="2034001"/>
            <a:ext cx="7544564" cy="540000"/>
          </a:xfrm>
          <a:prstGeom prst="rect">
            <a:avLst/>
          </a:prstGeom>
          <a:solidFill>
            <a:srgbClr val="DDEAF6">
              <a:alpha val="4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600" b="0" i="0" u="none" strike="noStrike" cap="none">
                <a:solidFill>
                  <a:schemeClr val="accent1"/>
                </a:solidFill>
                <a:latin typeface="Trebuchet MS"/>
                <a:ea typeface="Trebuchet MS"/>
                <a:cs typeface="Trebuchet MS"/>
                <a:sym typeface="Trebuchet MS"/>
              </a:rPr>
              <a:t>何を作るか考える工程</a:t>
            </a:r>
            <a:r>
              <a:rPr lang="ja-JP" sz="1600" b="0" i="0" u="none" strike="noStrike" cap="none">
                <a:solidFill>
                  <a:schemeClr val="dk1"/>
                </a:solidFill>
                <a:latin typeface="Trebuchet MS"/>
                <a:ea typeface="Trebuchet MS"/>
                <a:cs typeface="Trebuchet MS"/>
                <a:sym typeface="Trebuchet MS"/>
              </a:rPr>
              <a:t>や</a:t>
            </a:r>
            <a:r>
              <a:rPr lang="ja-JP" sz="1600" b="0" i="0" u="none" strike="noStrike" cap="none">
                <a:solidFill>
                  <a:schemeClr val="accent1"/>
                </a:solidFill>
                <a:latin typeface="Trebuchet MS"/>
                <a:ea typeface="Trebuchet MS"/>
                <a:cs typeface="Trebuchet MS"/>
                <a:sym typeface="Trebuchet MS"/>
              </a:rPr>
              <a:t>どのように作るか考える工程</a:t>
            </a:r>
            <a:r>
              <a:rPr lang="ja-JP" sz="1600" b="0" i="0" u="none" strike="noStrike" cap="none">
                <a:solidFill>
                  <a:schemeClr val="dk1"/>
                </a:solidFill>
                <a:latin typeface="Trebuchet MS"/>
                <a:ea typeface="Trebuchet MS"/>
                <a:cs typeface="Trebuchet MS"/>
                <a:sym typeface="Trebuchet MS"/>
              </a:rPr>
              <a:t>って非常に重要なのです</a:t>
            </a:r>
            <a:endParaRPr/>
          </a:p>
        </p:txBody>
      </p:sp>
      <p:grpSp>
        <p:nvGrpSpPr>
          <p:cNvPr id="244" name="Google Shape;244;p3"/>
          <p:cNvGrpSpPr/>
          <p:nvPr/>
        </p:nvGrpSpPr>
        <p:grpSpPr>
          <a:xfrm>
            <a:off x="385029" y="3295608"/>
            <a:ext cx="800211" cy="3130468"/>
            <a:chOff x="385029" y="3295608"/>
            <a:chExt cx="800211" cy="3130468"/>
          </a:xfrm>
        </p:grpSpPr>
        <p:sp>
          <p:nvSpPr>
            <p:cNvPr id="245" name="Google Shape;245;p3"/>
            <p:cNvSpPr txBox="1"/>
            <p:nvPr/>
          </p:nvSpPr>
          <p:spPr>
            <a:xfrm>
              <a:off x="385029" y="3295608"/>
              <a:ext cx="800211" cy="3130468"/>
            </a:xfrm>
            <a:prstGeom prst="rect">
              <a:avLst/>
            </a:prstGeom>
            <a:solidFill>
              <a:schemeClr val="lt2"/>
            </a:solidFill>
            <a:ln>
              <a:noFill/>
            </a:ln>
          </p:spPr>
          <p:txBody>
            <a:bodyPr spcFirstLastPara="1" wrap="square" lIns="91425" tIns="5760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600" b="0" i="0" u="none" strike="noStrike" cap="none">
                  <a:solidFill>
                    <a:schemeClr val="dk1"/>
                  </a:solidFill>
                  <a:latin typeface="Trebuchet MS"/>
                  <a:ea typeface="Trebuchet MS"/>
                  <a:cs typeface="Trebuchet MS"/>
                  <a:sym typeface="Trebuchet MS"/>
                </a:rPr>
                <a:t>失敗例</a:t>
              </a:r>
              <a:endParaRPr sz="1600" b="0" i="0" u="none" strike="noStrike" cap="none">
                <a:solidFill>
                  <a:schemeClr val="dk1"/>
                </a:solidFill>
                <a:latin typeface="Trebuchet MS"/>
                <a:ea typeface="Trebuchet MS"/>
                <a:cs typeface="Trebuchet MS"/>
                <a:sym typeface="Trebuchet MS"/>
              </a:endParaRPr>
            </a:p>
          </p:txBody>
        </p:sp>
        <p:pic>
          <p:nvPicPr>
            <p:cNvPr id="246" name="Google Shape;246;p3" descr="疲れた顔 (塗りつぶしなし) 単色塗りつぶし"/>
            <p:cNvPicPr preferRelativeResize="0"/>
            <p:nvPr/>
          </p:nvPicPr>
          <p:blipFill rotWithShape="1">
            <a:blip r:embed="rId3">
              <a:alphaModFix/>
            </a:blip>
            <a:srcRect/>
            <a:stretch/>
          </p:blipFill>
          <p:spPr>
            <a:xfrm>
              <a:off x="515134" y="4180554"/>
              <a:ext cx="540000" cy="540000"/>
            </a:xfrm>
            <a:prstGeom prst="rect">
              <a:avLst/>
            </a:prstGeom>
            <a:noFill/>
            <a:ln>
              <a:noFill/>
            </a:ln>
          </p:spPr>
        </p:pic>
      </p:grpSp>
      <p:cxnSp>
        <p:nvCxnSpPr>
          <p:cNvPr id="248" name="Google Shape;248;p3"/>
          <p:cNvCxnSpPr/>
          <p:nvPr/>
        </p:nvCxnSpPr>
        <p:spPr>
          <a:xfrm rot="5400000">
            <a:off x="3083543" y="-294451"/>
            <a:ext cx="0" cy="3685764"/>
          </a:xfrm>
          <a:prstGeom prst="straightConnector1">
            <a:avLst/>
          </a:prstGeom>
          <a:noFill/>
          <a:ln w="9525" cap="flat" cmpd="sng">
            <a:solidFill>
              <a:schemeClr val="dk1"/>
            </a:solidFill>
            <a:prstDash val="solid"/>
            <a:miter lim="800000"/>
            <a:headEnd type="none" w="sm" len="sm"/>
            <a:tailEnd type="none" w="sm" len="sm"/>
          </a:ln>
        </p:spPr>
      </p:cxnSp>
      <p:sp>
        <p:nvSpPr>
          <p:cNvPr id="249" name="Google Shape;249;p3"/>
          <p:cNvSpPr txBox="1"/>
          <p:nvPr/>
        </p:nvSpPr>
        <p:spPr>
          <a:xfrm>
            <a:off x="1240660" y="926925"/>
            <a:ext cx="3685764"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料理</a:t>
            </a:r>
            <a:endParaRPr/>
          </a:p>
        </p:txBody>
      </p:sp>
      <p:pic>
        <p:nvPicPr>
          <p:cNvPr id="250" name="Google Shape;250;p3" descr="コック帽 枠線"/>
          <p:cNvPicPr preferRelativeResize="0"/>
          <p:nvPr/>
        </p:nvPicPr>
        <p:blipFill rotWithShape="1">
          <a:blip r:embed="rId4">
            <a:alphaModFix/>
          </a:blip>
          <a:srcRect/>
          <a:stretch/>
        </p:blipFill>
        <p:spPr>
          <a:xfrm>
            <a:off x="1240660" y="1008431"/>
            <a:ext cx="540000" cy="540000"/>
          </a:xfrm>
          <a:prstGeom prst="rect">
            <a:avLst/>
          </a:prstGeom>
          <a:noFill/>
          <a:ln>
            <a:noFill/>
          </a:ln>
        </p:spPr>
      </p:pic>
      <p:grpSp>
        <p:nvGrpSpPr>
          <p:cNvPr id="251" name="Google Shape;251;p3"/>
          <p:cNvGrpSpPr/>
          <p:nvPr/>
        </p:nvGrpSpPr>
        <p:grpSpPr>
          <a:xfrm>
            <a:off x="5099460" y="926925"/>
            <a:ext cx="3685765" cy="1161506"/>
            <a:chOff x="5099460" y="926925"/>
            <a:chExt cx="3685765" cy="1161506"/>
          </a:xfrm>
        </p:grpSpPr>
        <p:sp>
          <p:nvSpPr>
            <p:cNvPr id="252" name="Google Shape;252;p3"/>
            <p:cNvSpPr txBox="1"/>
            <p:nvPr/>
          </p:nvSpPr>
          <p:spPr>
            <a:xfrm>
              <a:off x="5099460" y="1548431"/>
              <a:ext cx="3685763" cy="540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b="0" i="0" u="none" strike="noStrike" cap="none">
                  <a:solidFill>
                    <a:schemeClr val="dk1"/>
                  </a:solidFill>
                  <a:latin typeface="Trebuchet MS"/>
                  <a:ea typeface="Trebuchet MS"/>
                  <a:cs typeface="Trebuchet MS"/>
                  <a:sym typeface="Trebuchet MS"/>
                </a:rPr>
                <a:t>プログラミングの工程も大事ですが…</a:t>
              </a:r>
              <a:endParaRPr sz="1600" b="0" i="0" u="none" strike="noStrike" cap="none">
                <a:solidFill>
                  <a:schemeClr val="dk1"/>
                </a:solidFill>
                <a:latin typeface="Trebuchet MS"/>
                <a:ea typeface="Trebuchet MS"/>
                <a:cs typeface="Trebuchet MS"/>
                <a:sym typeface="Trebuchet MS"/>
              </a:endParaRPr>
            </a:p>
          </p:txBody>
        </p:sp>
        <p:sp>
          <p:nvSpPr>
            <p:cNvPr id="253" name="Google Shape;253;p3"/>
            <p:cNvSpPr txBox="1"/>
            <p:nvPr/>
          </p:nvSpPr>
          <p:spPr>
            <a:xfrm>
              <a:off x="5099461" y="926925"/>
              <a:ext cx="3685764" cy="621506"/>
            </a:xfrm>
            <a:prstGeom prst="rect">
              <a:avLst/>
            </a:prstGeom>
            <a:noFill/>
            <a:ln>
              <a:noFill/>
            </a:ln>
          </p:spPr>
          <p:txBody>
            <a:bodyPr spcFirstLastPara="1" wrap="square" lIns="540000" tIns="27000" rIns="27000" bIns="27000" anchor="b"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システムエンジニアリング</a:t>
              </a:r>
              <a:endParaRPr/>
            </a:p>
          </p:txBody>
        </p:sp>
        <p:cxnSp>
          <p:nvCxnSpPr>
            <p:cNvPr id="254" name="Google Shape;254;p3"/>
            <p:cNvCxnSpPr/>
            <p:nvPr/>
          </p:nvCxnSpPr>
          <p:spPr>
            <a:xfrm>
              <a:off x="5099460" y="1548431"/>
              <a:ext cx="3685764" cy="0"/>
            </a:xfrm>
            <a:prstGeom prst="straightConnector1">
              <a:avLst/>
            </a:prstGeom>
            <a:noFill/>
            <a:ln w="9525" cap="flat" cmpd="sng">
              <a:solidFill>
                <a:schemeClr val="dk1"/>
              </a:solidFill>
              <a:prstDash val="solid"/>
              <a:miter lim="800000"/>
              <a:headEnd type="none" w="sm" len="sm"/>
              <a:tailEnd type="none" w="sm" len="sm"/>
            </a:ln>
          </p:spPr>
        </p:cxnSp>
        <p:pic>
          <p:nvPicPr>
            <p:cNvPr id="255" name="Google Shape;255;p3" descr="ネットワーク図 枠線"/>
            <p:cNvPicPr preferRelativeResize="0"/>
            <p:nvPr/>
          </p:nvPicPr>
          <p:blipFill rotWithShape="1">
            <a:blip r:embed="rId5">
              <a:alphaModFix/>
            </a:blip>
            <a:srcRect/>
            <a:stretch/>
          </p:blipFill>
          <p:spPr>
            <a:xfrm>
              <a:off x="5099461" y="1008431"/>
              <a:ext cx="540000" cy="540000"/>
            </a:xfrm>
            <a:prstGeom prst="rect">
              <a:avLst/>
            </a:prstGeom>
            <a:noFill/>
            <a:ln>
              <a:noFill/>
            </a:ln>
          </p:spPr>
        </p:pic>
      </p:grpSp>
      <p:grpSp>
        <p:nvGrpSpPr>
          <p:cNvPr id="2" name="グループ化 1"/>
          <p:cNvGrpSpPr/>
          <p:nvPr/>
        </p:nvGrpSpPr>
        <p:grpSpPr>
          <a:xfrm>
            <a:off x="1240660" y="2768895"/>
            <a:ext cx="7544564" cy="369527"/>
            <a:chOff x="1240660" y="2768895"/>
            <a:chExt cx="7544564" cy="369527"/>
          </a:xfrm>
        </p:grpSpPr>
        <p:grpSp>
          <p:nvGrpSpPr>
            <p:cNvPr id="257" name="Google Shape;257;p3"/>
            <p:cNvGrpSpPr/>
            <p:nvPr/>
          </p:nvGrpSpPr>
          <p:grpSpPr>
            <a:xfrm>
              <a:off x="5099460" y="2768895"/>
              <a:ext cx="3685764" cy="369527"/>
              <a:chOff x="5393561" y="3101845"/>
              <a:chExt cx="3685764" cy="369527"/>
            </a:xfrm>
          </p:grpSpPr>
          <p:cxnSp>
            <p:nvCxnSpPr>
              <p:cNvPr id="258" name="Google Shape;258;p3"/>
              <p:cNvCxnSpPr/>
              <p:nvPr/>
            </p:nvCxnSpPr>
            <p:spPr>
              <a:xfrm rot="16200000">
                <a:off x="7236443" y="1438962"/>
                <a:ext cx="0" cy="3685764"/>
              </a:xfrm>
              <a:prstGeom prst="straightConnector1">
                <a:avLst/>
              </a:prstGeom>
              <a:noFill/>
              <a:ln w="9525" cap="flat" cmpd="sng">
                <a:solidFill>
                  <a:schemeClr val="dk1"/>
                </a:solidFill>
                <a:prstDash val="solid"/>
                <a:miter lim="800000"/>
                <a:headEnd type="none" w="sm" len="sm"/>
                <a:tailEnd type="none" w="sm" len="sm"/>
              </a:ln>
            </p:spPr>
          </p:cxnSp>
          <p:grpSp>
            <p:nvGrpSpPr>
              <p:cNvPr id="259" name="Google Shape;259;p3"/>
              <p:cNvGrpSpPr/>
              <p:nvPr/>
            </p:nvGrpSpPr>
            <p:grpSpPr>
              <a:xfrm rot="5400000">
                <a:off x="7051679" y="3106609"/>
                <a:ext cx="369527" cy="360000"/>
                <a:chOff x="4481975" y="4552638"/>
                <a:chExt cx="369527" cy="360000"/>
              </a:xfrm>
            </p:grpSpPr>
            <p:sp>
              <p:nvSpPr>
                <p:cNvPr id="260" name="Google Shape;260;p3"/>
                <p:cNvSpPr/>
                <p:nvPr/>
              </p:nvSpPr>
              <p:spPr>
                <a:xfrm rot="-5400000">
                  <a:off x="4481975" y="4552638"/>
                  <a:ext cx="360000" cy="360000"/>
                </a:xfrm>
                <a:prstGeom prst="ellipse">
                  <a:avLst/>
                </a:prstGeom>
                <a:solidFill>
                  <a:schemeClr val="accent1"/>
                </a:solid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61" name="Google Shape;261;p3"/>
                <p:cNvPicPr preferRelativeResize="0"/>
                <p:nvPr/>
              </p:nvPicPr>
              <p:blipFill rotWithShape="1">
                <a:blip r:embed="rId6">
                  <a:alphaModFix/>
                </a:blip>
                <a:srcRect/>
                <a:stretch/>
              </p:blipFill>
              <p:spPr>
                <a:xfrm rot="-5400000">
                  <a:off x="4491502" y="4552638"/>
                  <a:ext cx="360000" cy="360000"/>
                </a:xfrm>
                <a:prstGeom prst="rect">
                  <a:avLst/>
                </a:prstGeom>
                <a:noFill/>
                <a:ln>
                  <a:noFill/>
                </a:ln>
              </p:spPr>
            </p:pic>
          </p:grpSp>
        </p:grpSp>
        <p:cxnSp>
          <p:nvCxnSpPr>
            <p:cNvPr id="262" name="Google Shape;262;p3"/>
            <p:cNvCxnSpPr/>
            <p:nvPr/>
          </p:nvCxnSpPr>
          <p:spPr>
            <a:xfrm rot="5400000">
              <a:off x="3083542" y="1106012"/>
              <a:ext cx="0" cy="3685764"/>
            </a:xfrm>
            <a:prstGeom prst="straightConnector1">
              <a:avLst/>
            </a:prstGeom>
            <a:noFill/>
            <a:ln w="9525" cap="flat" cmpd="sng">
              <a:solidFill>
                <a:schemeClr val="dk1"/>
              </a:solidFill>
              <a:prstDash val="solid"/>
              <a:miter lim="800000"/>
              <a:headEnd type="none" w="sm" len="sm"/>
              <a:tailEnd type="none" w="sm" len="sm"/>
            </a:ln>
          </p:spPr>
        </p:cxnSp>
        <p:grpSp>
          <p:nvGrpSpPr>
            <p:cNvPr id="263" name="Google Shape;263;p3"/>
            <p:cNvGrpSpPr/>
            <p:nvPr/>
          </p:nvGrpSpPr>
          <p:grpSpPr>
            <a:xfrm rot="5400000">
              <a:off x="2898778" y="2773659"/>
              <a:ext cx="369527" cy="360000"/>
              <a:chOff x="4481975" y="4552638"/>
              <a:chExt cx="369527" cy="360000"/>
            </a:xfrm>
          </p:grpSpPr>
          <p:sp>
            <p:nvSpPr>
              <p:cNvPr id="264" name="Google Shape;264;p3"/>
              <p:cNvSpPr/>
              <p:nvPr/>
            </p:nvSpPr>
            <p:spPr>
              <a:xfrm rot="-5400000">
                <a:off x="4481975" y="4552638"/>
                <a:ext cx="360000" cy="360000"/>
              </a:xfrm>
              <a:prstGeom prst="ellipse">
                <a:avLst/>
              </a:prstGeom>
              <a:solidFill>
                <a:schemeClr val="accent1"/>
              </a:solid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pic>
            <p:nvPicPr>
              <p:cNvPr id="265" name="Google Shape;265;p3"/>
              <p:cNvPicPr preferRelativeResize="0"/>
              <p:nvPr/>
            </p:nvPicPr>
            <p:blipFill rotWithShape="1">
              <a:blip r:embed="rId6">
                <a:alphaModFix/>
              </a:blip>
              <a:srcRect/>
              <a:stretch/>
            </p:blipFill>
            <p:spPr>
              <a:xfrm rot="-5400000">
                <a:off x="4491502" y="4552638"/>
                <a:ext cx="360000" cy="360000"/>
              </a:xfrm>
              <a:prstGeom prst="rect">
                <a:avLst/>
              </a:prstGeom>
              <a:noFill/>
              <a:ln>
                <a:noFill/>
              </a:ln>
            </p:spPr>
          </p:pic>
        </p:grpSp>
      </p:grpSp>
      <p:grpSp>
        <p:nvGrpSpPr>
          <p:cNvPr id="266" name="Google Shape;266;p3"/>
          <p:cNvGrpSpPr/>
          <p:nvPr/>
        </p:nvGrpSpPr>
        <p:grpSpPr>
          <a:xfrm>
            <a:off x="1257684" y="3295606"/>
            <a:ext cx="3668739" cy="3130470"/>
            <a:chOff x="1257684" y="3295606"/>
            <a:chExt cx="3668739" cy="3130470"/>
          </a:xfrm>
        </p:grpSpPr>
        <p:pic>
          <p:nvPicPr>
            <p:cNvPr id="267" name="Google Shape;267;p3" descr="ユーザー 単色塗りつぶし"/>
            <p:cNvPicPr preferRelativeResize="0"/>
            <p:nvPr/>
          </p:nvPicPr>
          <p:blipFill rotWithShape="1">
            <a:blip r:embed="rId7">
              <a:alphaModFix/>
            </a:blip>
            <a:srcRect/>
            <a:stretch/>
          </p:blipFill>
          <p:spPr>
            <a:xfrm>
              <a:off x="1257684" y="4500842"/>
              <a:ext cx="720000" cy="720000"/>
            </a:xfrm>
            <a:prstGeom prst="rect">
              <a:avLst/>
            </a:prstGeom>
            <a:noFill/>
            <a:ln>
              <a:noFill/>
            </a:ln>
          </p:spPr>
        </p:pic>
        <p:grpSp>
          <p:nvGrpSpPr>
            <p:cNvPr id="268" name="Google Shape;268;p3"/>
            <p:cNvGrpSpPr/>
            <p:nvPr/>
          </p:nvGrpSpPr>
          <p:grpSpPr>
            <a:xfrm>
              <a:off x="2050128" y="4138676"/>
              <a:ext cx="2021408" cy="1083760"/>
              <a:chOff x="1900654" y="4008570"/>
              <a:chExt cx="2066826" cy="1083760"/>
            </a:xfrm>
          </p:grpSpPr>
          <p:sp>
            <p:nvSpPr>
              <p:cNvPr id="269" name="Google Shape;269;p3"/>
              <p:cNvSpPr/>
              <p:nvPr/>
            </p:nvSpPr>
            <p:spPr>
              <a:xfrm>
                <a:off x="1900654" y="4008570"/>
                <a:ext cx="2066826" cy="1083760"/>
              </a:xfrm>
              <a:prstGeom prst="roundRect">
                <a:avLst>
                  <a:gd name="adj" fmla="val 8294"/>
                </a:avLst>
              </a:prstGeom>
              <a:noFill/>
              <a:ln w="9525" cap="flat" cmpd="sng">
                <a:solidFill>
                  <a:schemeClr val="accent1"/>
                </a:solidFill>
                <a:prstDash val="solid"/>
                <a:miter lim="800000"/>
                <a:headEnd type="none" w="sm" len="sm"/>
                <a:tailEnd type="none" w="sm" len="sm"/>
              </a:ln>
            </p:spPr>
            <p:txBody>
              <a:bodyPr spcFirstLastPara="1" wrap="square" lIns="72000" tIns="72000" rIns="72000" bIns="72000" anchor="ctr" anchorCtr="0">
                <a:noAutofit/>
              </a:bodyPr>
              <a:lstStyle/>
              <a:p>
                <a:pPr marL="0" marR="0" lvl="0" indent="0" algn="l" rtl="0">
                  <a:spcBef>
                    <a:spcPts val="0"/>
                  </a:spcBef>
                  <a:spcAft>
                    <a:spcPts val="0"/>
                  </a:spcAft>
                  <a:buNone/>
                </a:pPr>
                <a:r>
                  <a:rPr lang="ja-JP" sz="1400" b="0" i="0" u="none" strike="noStrike" cap="none" dirty="0">
                    <a:solidFill>
                      <a:schemeClr val="dk1"/>
                    </a:solidFill>
                    <a:latin typeface="Trebuchet MS"/>
                    <a:ea typeface="Trebuchet MS"/>
                    <a:cs typeface="Trebuchet MS"/>
                    <a:sym typeface="Trebuchet MS"/>
                  </a:rPr>
                  <a:t>何でもいいのかな・・</a:t>
                </a:r>
                <a:endParaRPr sz="1400" dirty="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400" dirty="0">
                  <a:solidFill>
                    <a:schemeClr val="dk1"/>
                  </a:solidFill>
                  <a:latin typeface="Trebuchet MS"/>
                  <a:ea typeface="Trebuchet MS"/>
                  <a:cs typeface="Trebuchet MS"/>
                  <a:sym typeface="Trebuchet MS"/>
                </a:endParaRPr>
              </a:p>
              <a:p>
                <a:pPr marL="0" marR="0" lvl="0" indent="0" algn="ctr" rtl="0">
                  <a:spcBef>
                    <a:spcPts val="0"/>
                  </a:spcBef>
                  <a:spcAft>
                    <a:spcPts val="0"/>
                  </a:spcAft>
                  <a:buNone/>
                </a:pPr>
                <a:r>
                  <a:rPr lang="ja-JP" sz="1400" dirty="0">
                    <a:solidFill>
                      <a:schemeClr val="dk1"/>
                    </a:solidFill>
                    <a:latin typeface="Trebuchet MS"/>
                    <a:ea typeface="Trebuchet MS"/>
                    <a:cs typeface="Trebuchet MS"/>
                    <a:sym typeface="Trebuchet MS"/>
                  </a:rPr>
                  <a:t>適当に食べれるものを作ろう</a:t>
                </a:r>
                <a:endParaRPr dirty="0"/>
              </a:p>
            </p:txBody>
          </p:sp>
          <p:sp>
            <p:nvSpPr>
              <p:cNvPr id="270" name="Google Shape;270;p3"/>
              <p:cNvSpPr/>
              <p:nvPr/>
            </p:nvSpPr>
            <p:spPr>
              <a:xfrm rot="-5400000" flipH="1">
                <a:off x="2862227" y="4221324"/>
                <a:ext cx="143685" cy="480114"/>
              </a:xfrm>
              <a:prstGeom prst="homePlate">
                <a:avLst>
                  <a:gd name="adj" fmla="val 100000"/>
                </a:avLst>
              </a:prstGeom>
              <a:solidFill>
                <a:srgbClr val="5A9BD5"/>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grpSp>
        <p:sp>
          <p:nvSpPr>
            <p:cNvPr id="271" name="Google Shape;271;p3"/>
            <p:cNvSpPr/>
            <p:nvPr/>
          </p:nvSpPr>
          <p:spPr>
            <a:xfrm>
              <a:off x="1917790" y="3295606"/>
              <a:ext cx="2199164" cy="774321"/>
            </a:xfrm>
            <a:custGeom>
              <a:avLst/>
              <a:gdLst/>
              <a:ahLst/>
              <a:cxnLst/>
              <a:rect l="l" t="t" r="r" b="b"/>
              <a:pathLst>
                <a:path w="2199164" h="705164" extrusionOk="0">
                  <a:moveTo>
                    <a:pt x="220846" y="0"/>
                  </a:moveTo>
                  <a:lnTo>
                    <a:pt x="2110656" y="0"/>
                  </a:lnTo>
                  <a:cubicBezTo>
                    <a:pt x="2159538" y="0"/>
                    <a:pt x="2199164" y="39626"/>
                    <a:pt x="2199164" y="88508"/>
                  </a:cubicBezTo>
                  <a:lnTo>
                    <a:pt x="2199164" y="378529"/>
                  </a:lnTo>
                  <a:cubicBezTo>
                    <a:pt x="2199164" y="427411"/>
                    <a:pt x="2159538" y="467037"/>
                    <a:pt x="2110656" y="467037"/>
                  </a:cubicBezTo>
                  <a:lnTo>
                    <a:pt x="230926" y="467037"/>
                  </a:lnTo>
                  <a:lnTo>
                    <a:pt x="0" y="705164"/>
                  </a:lnTo>
                  <a:lnTo>
                    <a:pt x="142225" y="417328"/>
                  </a:lnTo>
                  <a:lnTo>
                    <a:pt x="139293" y="412981"/>
                  </a:lnTo>
                  <a:cubicBezTo>
                    <a:pt x="134815" y="402392"/>
                    <a:pt x="132338" y="390750"/>
                    <a:pt x="132338" y="378529"/>
                  </a:cubicBezTo>
                  <a:lnTo>
                    <a:pt x="132338" y="88508"/>
                  </a:lnTo>
                  <a:cubicBezTo>
                    <a:pt x="132338" y="39626"/>
                    <a:pt x="171964" y="0"/>
                    <a:pt x="220846" y="0"/>
                  </a:cubicBezTo>
                  <a:close/>
                </a:path>
              </a:pathLst>
            </a:custGeom>
            <a:noFill/>
            <a:ln w="9525" cap="flat" cmpd="sng">
              <a:solidFill>
                <a:schemeClr val="accent1"/>
              </a:solidFill>
              <a:prstDash val="solid"/>
              <a:miter lim="800000"/>
              <a:headEnd type="none" w="sm" len="sm"/>
              <a:tailEnd type="none" w="sm" len="sm"/>
            </a:ln>
          </p:spPr>
          <p:txBody>
            <a:bodyPr spcFirstLastPara="1" wrap="square" lIns="252000" tIns="72000" rIns="72000" bIns="288000" anchor="ctr" anchorCtr="0">
              <a:noAutofit/>
            </a:bodyPr>
            <a:lstStyle/>
            <a:p>
              <a:pPr marL="0" marR="0" lvl="0" indent="0" algn="ctr" rtl="0">
                <a:spcBef>
                  <a:spcPts val="0"/>
                </a:spcBef>
                <a:spcAft>
                  <a:spcPts val="0"/>
                </a:spcAft>
                <a:buNone/>
              </a:pPr>
              <a:r>
                <a:rPr lang="ja-JP" sz="1400">
                  <a:solidFill>
                    <a:schemeClr val="dk1"/>
                  </a:solidFill>
                  <a:latin typeface="Trebuchet MS"/>
                  <a:ea typeface="Trebuchet MS"/>
                  <a:cs typeface="Trebuchet MS"/>
                  <a:sym typeface="Trebuchet MS"/>
                </a:rPr>
                <a:t>何か食べたい</a:t>
              </a:r>
              <a:endParaRPr sz="1400">
                <a:solidFill>
                  <a:schemeClr val="dk1"/>
                </a:solidFill>
                <a:latin typeface="Trebuchet MS"/>
                <a:ea typeface="Trebuchet MS"/>
                <a:cs typeface="Trebuchet MS"/>
                <a:sym typeface="Trebuchet MS"/>
              </a:endParaRPr>
            </a:p>
          </p:txBody>
        </p:sp>
        <p:sp>
          <p:nvSpPr>
            <p:cNvPr id="272" name="Google Shape;272;p3"/>
            <p:cNvSpPr/>
            <p:nvPr/>
          </p:nvSpPr>
          <p:spPr>
            <a:xfrm>
              <a:off x="1917790" y="5378217"/>
              <a:ext cx="2199164" cy="1047859"/>
            </a:xfrm>
            <a:custGeom>
              <a:avLst/>
              <a:gdLst/>
              <a:ahLst/>
              <a:cxnLst/>
              <a:rect l="l" t="t" r="r" b="b"/>
              <a:pathLst>
                <a:path w="2199164" h="1047859" extrusionOk="0">
                  <a:moveTo>
                    <a:pt x="0" y="0"/>
                  </a:moveTo>
                  <a:lnTo>
                    <a:pt x="215067" y="221774"/>
                  </a:lnTo>
                  <a:lnTo>
                    <a:pt x="222614" y="220250"/>
                  </a:lnTo>
                  <a:lnTo>
                    <a:pt x="2108888" y="220250"/>
                  </a:lnTo>
                  <a:cubicBezTo>
                    <a:pt x="2158746" y="220250"/>
                    <a:pt x="2199164" y="260668"/>
                    <a:pt x="2199164" y="310526"/>
                  </a:cubicBezTo>
                  <a:lnTo>
                    <a:pt x="2199164" y="957583"/>
                  </a:lnTo>
                  <a:cubicBezTo>
                    <a:pt x="2199164" y="1007441"/>
                    <a:pt x="2158746" y="1047859"/>
                    <a:pt x="2108888" y="1047859"/>
                  </a:cubicBezTo>
                  <a:lnTo>
                    <a:pt x="222614" y="1047859"/>
                  </a:lnTo>
                  <a:cubicBezTo>
                    <a:pt x="172756" y="1047859"/>
                    <a:pt x="132338" y="1007441"/>
                    <a:pt x="132338" y="957583"/>
                  </a:cubicBezTo>
                  <a:lnTo>
                    <a:pt x="132338" y="310526"/>
                  </a:lnTo>
                  <a:lnTo>
                    <a:pt x="138458" y="280213"/>
                  </a:lnTo>
                  <a:close/>
                </a:path>
              </a:pathLst>
            </a:custGeom>
            <a:solidFill>
              <a:srgbClr val="F2F2F2"/>
            </a:solidFill>
            <a:ln>
              <a:noFill/>
            </a:ln>
          </p:spPr>
          <p:txBody>
            <a:bodyPr spcFirstLastPara="1" wrap="square" lIns="252000" tIns="324000" rIns="72000" bIns="72000" anchor="t" anchorCtr="0">
              <a:noAutofit/>
            </a:bodyPr>
            <a:lstStyle/>
            <a:p>
              <a:pPr marL="0" marR="0" lvl="0" indent="0" algn="l" rtl="0">
                <a:spcBef>
                  <a:spcPts val="0"/>
                </a:spcBef>
                <a:spcAft>
                  <a:spcPts val="0"/>
                </a:spcAft>
                <a:buNone/>
              </a:pPr>
              <a:r>
                <a:rPr lang="ja-JP" sz="1400">
                  <a:solidFill>
                    <a:schemeClr val="dk1"/>
                  </a:solidFill>
                  <a:latin typeface="Trebuchet MS"/>
                  <a:ea typeface="Trebuchet MS"/>
                  <a:cs typeface="Trebuchet MS"/>
                  <a:sym typeface="Trebuchet MS"/>
                </a:rPr>
                <a:t>何コレ・・</a:t>
              </a:r>
              <a:endParaRPr sz="14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400">
                  <a:solidFill>
                    <a:schemeClr val="dk1"/>
                  </a:solidFill>
                  <a:latin typeface="Trebuchet MS"/>
                  <a:ea typeface="Trebuchet MS"/>
                  <a:cs typeface="Trebuchet MS"/>
                  <a:sym typeface="Trebuchet MS"/>
                </a:rPr>
                <a:t> (本当はカレーが</a:t>
              </a:r>
              <a:endParaRPr sz="14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400">
                  <a:solidFill>
                    <a:schemeClr val="dk1"/>
                  </a:solidFill>
                  <a:latin typeface="Trebuchet MS"/>
                  <a:ea typeface="Trebuchet MS"/>
                  <a:cs typeface="Trebuchet MS"/>
                  <a:sym typeface="Trebuchet MS"/>
                </a:rPr>
                <a:t>食べたかったのに) </a:t>
              </a:r>
              <a:endParaRPr sz="1400">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73" name="Google Shape;273;p3"/>
            <p:cNvSpPr/>
            <p:nvPr/>
          </p:nvSpPr>
          <p:spPr>
            <a:xfrm>
              <a:off x="3945096" y="4390394"/>
              <a:ext cx="217674" cy="217674"/>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74" name="Google Shape;274;p3"/>
            <p:cNvSpPr/>
            <p:nvPr/>
          </p:nvSpPr>
          <p:spPr>
            <a:xfrm>
              <a:off x="4115189" y="4539128"/>
              <a:ext cx="168580" cy="168580"/>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75" name="Google Shape;275;p3"/>
            <p:cNvSpPr/>
            <p:nvPr/>
          </p:nvSpPr>
          <p:spPr>
            <a:xfrm>
              <a:off x="4271076" y="4667654"/>
              <a:ext cx="127453" cy="127453"/>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pic>
          <p:nvPicPr>
            <p:cNvPr id="276" name="Google Shape;276;p3" descr="ユーザー 単色塗りつぶし"/>
            <p:cNvPicPr preferRelativeResize="0"/>
            <p:nvPr/>
          </p:nvPicPr>
          <p:blipFill rotWithShape="1">
            <a:blip r:embed="rId7">
              <a:alphaModFix/>
            </a:blip>
            <a:srcRect/>
            <a:stretch/>
          </p:blipFill>
          <p:spPr>
            <a:xfrm>
              <a:off x="4206423" y="4500842"/>
              <a:ext cx="720000" cy="720000"/>
            </a:xfrm>
            <a:prstGeom prst="rect">
              <a:avLst/>
            </a:prstGeom>
            <a:noFill/>
            <a:ln>
              <a:noFill/>
            </a:ln>
          </p:spPr>
        </p:pic>
      </p:grpSp>
      <p:grpSp>
        <p:nvGrpSpPr>
          <p:cNvPr id="277" name="Google Shape;277;p3"/>
          <p:cNvGrpSpPr/>
          <p:nvPr/>
        </p:nvGrpSpPr>
        <p:grpSpPr>
          <a:xfrm>
            <a:off x="5107973" y="3295606"/>
            <a:ext cx="3668739" cy="3130470"/>
            <a:chOff x="5107973" y="3295606"/>
            <a:chExt cx="3668739" cy="3130470"/>
          </a:xfrm>
        </p:grpSpPr>
        <p:pic>
          <p:nvPicPr>
            <p:cNvPr id="278" name="Google Shape;278;p3" descr="ユーザー 単色塗りつぶし"/>
            <p:cNvPicPr preferRelativeResize="0"/>
            <p:nvPr/>
          </p:nvPicPr>
          <p:blipFill rotWithShape="1">
            <a:blip r:embed="rId7">
              <a:alphaModFix/>
            </a:blip>
            <a:srcRect/>
            <a:stretch/>
          </p:blipFill>
          <p:spPr>
            <a:xfrm>
              <a:off x="5107973" y="4500842"/>
              <a:ext cx="720000" cy="720000"/>
            </a:xfrm>
            <a:prstGeom prst="rect">
              <a:avLst/>
            </a:prstGeom>
            <a:noFill/>
            <a:ln>
              <a:noFill/>
            </a:ln>
          </p:spPr>
        </p:pic>
        <p:sp>
          <p:nvSpPr>
            <p:cNvPr id="279" name="Google Shape;279;p3"/>
            <p:cNvSpPr/>
            <p:nvPr/>
          </p:nvSpPr>
          <p:spPr>
            <a:xfrm>
              <a:off x="5900417" y="4007615"/>
              <a:ext cx="2021408" cy="1432917"/>
            </a:xfrm>
            <a:prstGeom prst="roundRect">
              <a:avLst>
                <a:gd name="adj" fmla="val 8294"/>
              </a:avLst>
            </a:prstGeom>
            <a:noFill/>
            <a:ln w="9525" cap="flat" cmpd="sng">
              <a:solidFill>
                <a:schemeClr val="accent1"/>
              </a:solidFill>
              <a:prstDash val="solid"/>
              <a:miter lim="800000"/>
              <a:headEnd type="none" w="sm" len="sm"/>
              <a:tailEnd type="none" w="sm" len="sm"/>
            </a:ln>
          </p:spPr>
          <p:txBody>
            <a:bodyPr spcFirstLastPara="1" wrap="square" lIns="72000" tIns="72000" rIns="72000" bIns="72000" anchor="ctr" anchorCtr="0">
              <a:noAutofit/>
            </a:bodyPr>
            <a:lstStyle/>
            <a:p>
              <a:pPr marL="0" marR="0" lvl="0" indent="0" algn="l" rtl="0">
                <a:spcBef>
                  <a:spcPts val="0"/>
                </a:spcBef>
                <a:spcAft>
                  <a:spcPts val="0"/>
                </a:spcAft>
                <a:buNone/>
              </a:pPr>
              <a:r>
                <a:rPr lang="ja-JP" sz="1200" b="0" i="0" u="none" strike="noStrike" cap="none">
                  <a:solidFill>
                    <a:schemeClr val="dk1"/>
                  </a:solidFill>
                  <a:latin typeface="Trebuchet MS"/>
                  <a:ea typeface="Trebuchet MS"/>
                  <a:cs typeface="Trebuchet MS"/>
                  <a:sym typeface="Trebuchet MS"/>
                </a:rPr>
                <a:t>なんだかよくわからん</a:t>
              </a:r>
              <a:br>
                <a:rPr lang="ja-JP" sz="1200" b="0" i="0" u="none" strike="noStrike" cap="none">
                  <a:solidFill>
                    <a:schemeClr val="dk1"/>
                  </a:solidFill>
                  <a:latin typeface="Trebuchet MS"/>
                  <a:ea typeface="Trebuchet MS"/>
                  <a:cs typeface="Trebuchet MS"/>
                  <a:sym typeface="Trebuchet MS"/>
                </a:rPr>
              </a:br>
              <a:r>
                <a:rPr lang="ja-JP" sz="1200" b="0" i="0" u="none" strike="noStrike" cap="none">
                  <a:solidFill>
                    <a:schemeClr val="dk1"/>
                  </a:solidFill>
                  <a:latin typeface="Trebuchet MS"/>
                  <a:ea typeface="Trebuchet MS"/>
                  <a:cs typeface="Trebuchet MS"/>
                  <a:sym typeface="Trebuchet MS"/>
                </a:rPr>
                <a:t>けどいい感じのシステムを作るぞ</a:t>
              </a:r>
              <a:r>
                <a:rPr lang="ja-JP" sz="1200">
                  <a:solidFill>
                    <a:schemeClr val="dk1"/>
                  </a:solidFill>
                  <a:latin typeface="Trebuchet MS"/>
                  <a:ea typeface="Trebuchet MS"/>
                  <a:cs typeface="Trebuchet MS"/>
                  <a:sym typeface="Trebuchet MS"/>
                </a:rPr>
                <a:t> </a:t>
              </a:r>
              <a:r>
                <a:rPr lang="ja-JP" sz="1200" b="0" i="0" u="none" strike="noStrike" cap="none">
                  <a:solidFill>
                    <a:schemeClr val="dk1"/>
                  </a:solidFill>
                  <a:latin typeface="Trebuchet MS"/>
                  <a:ea typeface="Trebuchet MS"/>
                  <a:cs typeface="Trebuchet MS"/>
                  <a:sym typeface="Trebuchet MS"/>
                </a:rPr>
                <a:t>ヨシ！</a:t>
              </a:r>
              <a:endParaRPr sz="1200" b="0" i="0" u="none" strike="noStrike" cap="none">
                <a:solidFill>
                  <a:schemeClr val="dk1"/>
                </a:solidFill>
                <a:latin typeface="Trebuchet MS"/>
                <a:ea typeface="Trebuchet MS"/>
                <a:cs typeface="Trebuchet MS"/>
                <a:sym typeface="Trebuchet MS"/>
              </a:endParaRPr>
            </a:p>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a:p>
              <a:pPr marL="0" marR="0" lvl="0" indent="0" algn="ctr" rtl="0">
                <a:spcBef>
                  <a:spcPts val="0"/>
                </a:spcBef>
                <a:spcAft>
                  <a:spcPts val="0"/>
                </a:spcAft>
                <a:buNone/>
              </a:pPr>
              <a:r>
                <a:rPr lang="ja-JP" sz="1400">
                  <a:solidFill>
                    <a:schemeClr val="dk1"/>
                  </a:solidFill>
                  <a:latin typeface="Trebuchet MS"/>
                  <a:ea typeface="Trebuchet MS"/>
                  <a:cs typeface="Trebuchet MS"/>
                  <a:sym typeface="Trebuchet MS"/>
                </a:rPr>
                <a:t>よくわからないまま</a:t>
              </a:r>
              <a:br>
                <a:rPr lang="ja-JP" sz="1400">
                  <a:solidFill>
                    <a:schemeClr val="dk1"/>
                  </a:solidFill>
                  <a:latin typeface="Trebuchet MS"/>
                  <a:ea typeface="Trebuchet MS"/>
                  <a:cs typeface="Trebuchet MS"/>
                  <a:sym typeface="Trebuchet MS"/>
                </a:rPr>
              </a:br>
              <a:r>
                <a:rPr lang="ja-JP" sz="1400">
                  <a:solidFill>
                    <a:schemeClr val="dk1"/>
                  </a:solidFill>
                  <a:latin typeface="Trebuchet MS"/>
                  <a:ea typeface="Trebuchet MS"/>
                  <a:cs typeface="Trebuchet MS"/>
                  <a:sym typeface="Trebuchet MS"/>
                </a:rPr>
                <a:t>プログラミング</a:t>
              </a:r>
              <a:endParaRPr/>
            </a:p>
          </p:txBody>
        </p:sp>
        <p:sp>
          <p:nvSpPr>
            <p:cNvPr id="280" name="Google Shape;280;p3"/>
            <p:cNvSpPr/>
            <p:nvPr/>
          </p:nvSpPr>
          <p:spPr>
            <a:xfrm rot="-5400000" flipH="1">
              <a:off x="6839282" y="4563991"/>
              <a:ext cx="143685" cy="469564"/>
            </a:xfrm>
            <a:prstGeom prst="homePlate">
              <a:avLst>
                <a:gd name="adj" fmla="val 100000"/>
              </a:avLst>
            </a:prstGeom>
            <a:solidFill>
              <a:srgbClr val="5A9BD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400">
                <a:solidFill>
                  <a:schemeClr val="dk1"/>
                </a:solidFill>
                <a:latin typeface="Trebuchet MS"/>
                <a:ea typeface="Trebuchet MS"/>
                <a:cs typeface="Trebuchet MS"/>
                <a:sym typeface="Trebuchet MS"/>
              </a:endParaRPr>
            </a:p>
          </p:txBody>
        </p:sp>
        <p:sp>
          <p:nvSpPr>
            <p:cNvPr id="281" name="Google Shape;281;p3"/>
            <p:cNvSpPr/>
            <p:nvPr/>
          </p:nvSpPr>
          <p:spPr>
            <a:xfrm>
              <a:off x="5768078" y="3295606"/>
              <a:ext cx="2153747" cy="774323"/>
            </a:xfrm>
            <a:custGeom>
              <a:avLst/>
              <a:gdLst/>
              <a:ahLst/>
              <a:cxnLst/>
              <a:rect l="l" t="t" r="r" b="b"/>
              <a:pathLst>
                <a:path w="2199164" h="705164" extrusionOk="0">
                  <a:moveTo>
                    <a:pt x="220846" y="0"/>
                  </a:moveTo>
                  <a:lnTo>
                    <a:pt x="2110656" y="0"/>
                  </a:lnTo>
                  <a:cubicBezTo>
                    <a:pt x="2159538" y="0"/>
                    <a:pt x="2199164" y="39626"/>
                    <a:pt x="2199164" y="88508"/>
                  </a:cubicBezTo>
                  <a:lnTo>
                    <a:pt x="2199164" y="378529"/>
                  </a:lnTo>
                  <a:cubicBezTo>
                    <a:pt x="2199164" y="427411"/>
                    <a:pt x="2159538" y="467037"/>
                    <a:pt x="2110656" y="467037"/>
                  </a:cubicBezTo>
                  <a:lnTo>
                    <a:pt x="230926" y="467037"/>
                  </a:lnTo>
                  <a:lnTo>
                    <a:pt x="0" y="705164"/>
                  </a:lnTo>
                  <a:lnTo>
                    <a:pt x="142225" y="417328"/>
                  </a:lnTo>
                  <a:lnTo>
                    <a:pt x="139293" y="412981"/>
                  </a:lnTo>
                  <a:cubicBezTo>
                    <a:pt x="134815" y="402392"/>
                    <a:pt x="132338" y="390750"/>
                    <a:pt x="132338" y="378529"/>
                  </a:cubicBezTo>
                  <a:lnTo>
                    <a:pt x="132338" y="88508"/>
                  </a:lnTo>
                  <a:cubicBezTo>
                    <a:pt x="132338" y="39626"/>
                    <a:pt x="171964" y="0"/>
                    <a:pt x="220846" y="0"/>
                  </a:cubicBezTo>
                  <a:close/>
                </a:path>
              </a:pathLst>
            </a:custGeom>
            <a:noFill/>
            <a:ln w="9525" cap="flat" cmpd="sng">
              <a:solidFill>
                <a:schemeClr val="accent1"/>
              </a:solidFill>
              <a:prstDash val="solid"/>
              <a:miter lim="800000"/>
              <a:headEnd type="none" w="sm" len="sm"/>
              <a:tailEnd type="none" w="sm" len="sm"/>
            </a:ln>
          </p:spPr>
          <p:txBody>
            <a:bodyPr spcFirstLastPara="1" wrap="square" lIns="252000" tIns="72000" rIns="72000" bIns="288000" anchor="ctr" anchorCtr="0">
              <a:noAutofit/>
            </a:bodyPr>
            <a:lstStyle/>
            <a:p>
              <a:pPr marL="0" marR="0" lvl="0" indent="0" algn="ctr" rtl="0">
                <a:spcBef>
                  <a:spcPts val="0"/>
                </a:spcBef>
                <a:spcAft>
                  <a:spcPts val="0"/>
                </a:spcAft>
                <a:buNone/>
              </a:pPr>
              <a:r>
                <a:rPr lang="ja-JP" sz="1400">
                  <a:solidFill>
                    <a:schemeClr val="dk1"/>
                  </a:solidFill>
                  <a:latin typeface="Trebuchet MS"/>
                  <a:ea typeface="Trebuchet MS"/>
                  <a:cs typeface="Trebuchet MS"/>
                  <a:sym typeface="Trebuchet MS"/>
                </a:rPr>
                <a:t>どんなシステム</a:t>
              </a:r>
              <a:br>
                <a:rPr lang="ja-JP" sz="1400">
                  <a:solidFill>
                    <a:schemeClr val="dk1"/>
                  </a:solidFill>
                  <a:latin typeface="Trebuchet MS"/>
                  <a:ea typeface="Trebuchet MS"/>
                  <a:cs typeface="Trebuchet MS"/>
                  <a:sym typeface="Trebuchet MS"/>
                </a:rPr>
              </a:br>
              <a:r>
                <a:rPr lang="ja-JP" sz="1400">
                  <a:solidFill>
                    <a:schemeClr val="dk1"/>
                  </a:solidFill>
                  <a:latin typeface="Trebuchet MS"/>
                  <a:ea typeface="Trebuchet MS"/>
                  <a:cs typeface="Trebuchet MS"/>
                  <a:sym typeface="Trebuchet MS"/>
                </a:rPr>
                <a:t>作ろうか</a:t>
              </a:r>
              <a:endParaRPr sz="1400">
                <a:solidFill>
                  <a:schemeClr val="dk1"/>
                </a:solidFill>
                <a:latin typeface="Trebuchet MS"/>
                <a:ea typeface="Trebuchet MS"/>
                <a:cs typeface="Trebuchet MS"/>
                <a:sym typeface="Trebuchet MS"/>
              </a:endParaRPr>
            </a:p>
          </p:txBody>
        </p:sp>
        <p:sp>
          <p:nvSpPr>
            <p:cNvPr id="282" name="Google Shape;282;p3"/>
            <p:cNvSpPr/>
            <p:nvPr/>
          </p:nvSpPr>
          <p:spPr>
            <a:xfrm>
              <a:off x="5768079" y="5378217"/>
              <a:ext cx="2199164" cy="1047859"/>
            </a:xfrm>
            <a:custGeom>
              <a:avLst/>
              <a:gdLst/>
              <a:ahLst/>
              <a:cxnLst/>
              <a:rect l="l" t="t" r="r" b="b"/>
              <a:pathLst>
                <a:path w="2199164" h="1047859" extrusionOk="0">
                  <a:moveTo>
                    <a:pt x="0" y="0"/>
                  </a:moveTo>
                  <a:lnTo>
                    <a:pt x="215067" y="221774"/>
                  </a:lnTo>
                  <a:lnTo>
                    <a:pt x="222614" y="220250"/>
                  </a:lnTo>
                  <a:lnTo>
                    <a:pt x="2108888" y="220250"/>
                  </a:lnTo>
                  <a:cubicBezTo>
                    <a:pt x="2158746" y="220250"/>
                    <a:pt x="2199164" y="260668"/>
                    <a:pt x="2199164" y="310526"/>
                  </a:cubicBezTo>
                  <a:lnTo>
                    <a:pt x="2199164" y="957583"/>
                  </a:lnTo>
                  <a:cubicBezTo>
                    <a:pt x="2199164" y="1007441"/>
                    <a:pt x="2158746" y="1047859"/>
                    <a:pt x="2108888" y="1047859"/>
                  </a:cubicBezTo>
                  <a:lnTo>
                    <a:pt x="222614" y="1047859"/>
                  </a:lnTo>
                  <a:cubicBezTo>
                    <a:pt x="172756" y="1047859"/>
                    <a:pt x="132338" y="1007441"/>
                    <a:pt x="132338" y="957583"/>
                  </a:cubicBezTo>
                  <a:lnTo>
                    <a:pt x="132338" y="310526"/>
                  </a:lnTo>
                  <a:lnTo>
                    <a:pt x="138458" y="280213"/>
                  </a:lnTo>
                  <a:close/>
                </a:path>
              </a:pathLst>
            </a:custGeom>
            <a:solidFill>
              <a:srgbClr val="F2F2F2"/>
            </a:solidFill>
            <a:ln>
              <a:noFill/>
            </a:ln>
          </p:spPr>
          <p:txBody>
            <a:bodyPr spcFirstLastPara="1" wrap="square" lIns="252000" tIns="324000" rIns="72000" bIns="72000" anchor="t" anchorCtr="0">
              <a:noAutofit/>
            </a:bodyPr>
            <a:lstStyle/>
            <a:p>
              <a:pPr marL="0" marR="0" lvl="0" indent="0" algn="l" rtl="0">
                <a:spcBef>
                  <a:spcPts val="0"/>
                </a:spcBef>
                <a:spcAft>
                  <a:spcPts val="0"/>
                </a:spcAft>
                <a:buNone/>
              </a:pPr>
              <a:r>
                <a:rPr lang="ja-JP" sz="1400" dirty="0">
                  <a:solidFill>
                    <a:schemeClr val="dk1"/>
                  </a:solidFill>
                  <a:latin typeface="Trebuchet MS"/>
                  <a:ea typeface="Trebuchet MS"/>
                  <a:cs typeface="Trebuchet MS"/>
                  <a:sym typeface="Trebuchet MS"/>
                </a:rPr>
                <a:t>どうして……</a:t>
              </a:r>
              <a:endParaRPr dirty="0"/>
            </a:p>
            <a:p>
              <a:pPr marL="0" marR="0" lvl="0" indent="0" algn="l" rtl="0">
                <a:spcBef>
                  <a:spcPts val="0"/>
                </a:spcBef>
                <a:spcAft>
                  <a:spcPts val="0"/>
                </a:spcAft>
                <a:buNone/>
              </a:pPr>
              <a:r>
                <a:rPr lang="ja-JP" sz="1400" dirty="0">
                  <a:solidFill>
                    <a:schemeClr val="dk1"/>
                  </a:solidFill>
                  <a:latin typeface="Trebuchet MS"/>
                  <a:ea typeface="Trebuchet MS"/>
                  <a:cs typeface="Trebuchet MS"/>
                  <a:sym typeface="Trebuchet MS"/>
                </a:rPr>
                <a:t> (使い物にならない</a:t>
              </a:r>
              <a:br>
                <a:rPr lang="ja-JP" sz="1400" dirty="0">
                  <a:solidFill>
                    <a:schemeClr val="dk1"/>
                  </a:solidFill>
                  <a:latin typeface="Trebuchet MS"/>
                  <a:ea typeface="Trebuchet MS"/>
                  <a:cs typeface="Trebuchet MS"/>
                  <a:sym typeface="Trebuchet MS"/>
                </a:rPr>
              </a:br>
              <a:r>
                <a:rPr lang="ja-JP" sz="1400" dirty="0">
                  <a:solidFill>
                    <a:schemeClr val="dk1"/>
                  </a:solidFill>
                  <a:latin typeface="Trebuchet MS"/>
                  <a:ea typeface="Trebuchet MS"/>
                  <a:cs typeface="Trebuchet MS"/>
                  <a:sym typeface="Trebuchet MS"/>
                </a:rPr>
                <a:t>システムを見ながら) </a:t>
              </a:r>
              <a:endParaRPr dirty="0"/>
            </a:p>
          </p:txBody>
        </p:sp>
        <p:sp>
          <p:nvSpPr>
            <p:cNvPr id="283" name="Google Shape;283;p3"/>
            <p:cNvSpPr/>
            <p:nvPr/>
          </p:nvSpPr>
          <p:spPr>
            <a:xfrm>
              <a:off x="7795385" y="4390394"/>
              <a:ext cx="217674" cy="217674"/>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84" name="Google Shape;284;p3"/>
            <p:cNvSpPr/>
            <p:nvPr/>
          </p:nvSpPr>
          <p:spPr>
            <a:xfrm>
              <a:off x="7965478" y="4539128"/>
              <a:ext cx="168580" cy="168580"/>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85" name="Google Shape;285;p3"/>
            <p:cNvSpPr/>
            <p:nvPr/>
          </p:nvSpPr>
          <p:spPr>
            <a:xfrm>
              <a:off x="8121365" y="4667654"/>
              <a:ext cx="127453" cy="127453"/>
            </a:xfrm>
            <a:prstGeom prst="ellipse">
              <a:avLst/>
            </a:prstGeom>
            <a:solidFill>
              <a:schemeClr val="lt1"/>
            </a:solidFill>
            <a:ln w="9525" cap="flat" cmpd="sng">
              <a:solidFill>
                <a:srgbClr val="9CC2E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Trebuchet MS"/>
                <a:ea typeface="Trebuchet MS"/>
                <a:cs typeface="Trebuchet MS"/>
                <a:sym typeface="Trebuchet MS"/>
              </a:endParaRPr>
            </a:p>
          </p:txBody>
        </p:sp>
        <p:pic>
          <p:nvPicPr>
            <p:cNvPr id="286" name="Google Shape;286;p3" descr="ユーザー 単色塗りつぶし"/>
            <p:cNvPicPr preferRelativeResize="0"/>
            <p:nvPr/>
          </p:nvPicPr>
          <p:blipFill rotWithShape="1">
            <a:blip r:embed="rId7">
              <a:alphaModFix/>
            </a:blip>
            <a:srcRect/>
            <a:stretch/>
          </p:blipFill>
          <p:spPr>
            <a:xfrm>
              <a:off x="8056712" y="4500842"/>
              <a:ext cx="720000" cy="720000"/>
            </a:xfrm>
            <a:prstGeom prst="rect">
              <a:avLst/>
            </a:prstGeom>
            <a:noFill/>
            <a:ln>
              <a:noFill/>
            </a:ln>
          </p:spPr>
        </p:pic>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5</a:t>
            </a:fld>
            <a:endParaRPr>
              <a:latin typeface="Trebuchet MS"/>
              <a:ea typeface="Trebuchet MS"/>
              <a:cs typeface="Trebuchet MS"/>
              <a:sym typeface="Trebuchet MS"/>
            </a:endParaRPr>
          </a:p>
        </p:txBody>
      </p:sp>
      <p:sp>
        <p:nvSpPr>
          <p:cNvPr id="292" name="Google Shape;292;p4"/>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293" name="Google Shape;293;p4"/>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システムエンジニアの仕事に関して</a:t>
            </a:r>
            <a:endParaRPr/>
          </a:p>
        </p:txBody>
      </p:sp>
      <p:sp>
        <p:nvSpPr>
          <p:cNvPr id="294" name="Google Shape;294;p4"/>
          <p:cNvSpPr/>
          <p:nvPr/>
        </p:nvSpPr>
        <p:spPr>
          <a:xfrm>
            <a:off x="435384" y="871567"/>
            <a:ext cx="3488916" cy="401265"/>
          </a:xfrm>
          <a:prstGeom prst="roundRect">
            <a:avLst>
              <a:gd name="adj" fmla="val 61677"/>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1800"/>
              <a:buFont typeface="Trebuchet MS"/>
              <a:buNone/>
            </a:pPr>
            <a:r>
              <a:rPr lang="ja-JP" sz="1800">
                <a:solidFill>
                  <a:schemeClr val="lt1"/>
                </a:solidFill>
                <a:latin typeface="Trebuchet MS"/>
                <a:ea typeface="Trebuchet MS"/>
                <a:cs typeface="Trebuchet MS"/>
                <a:sym typeface="Trebuchet MS"/>
              </a:rPr>
              <a:t>システムエンジニア(SE)とは？</a:t>
            </a:r>
            <a:endParaRPr/>
          </a:p>
        </p:txBody>
      </p:sp>
      <p:sp>
        <p:nvSpPr>
          <p:cNvPr id="295" name="Google Shape;295;p4"/>
          <p:cNvSpPr txBox="1"/>
          <p:nvPr/>
        </p:nvSpPr>
        <p:spPr>
          <a:xfrm>
            <a:off x="435384" y="1357942"/>
            <a:ext cx="4920387" cy="133060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dirty="0">
                <a:solidFill>
                  <a:schemeClr val="dk1"/>
                </a:solidFill>
                <a:latin typeface="Trebuchet MS"/>
                <a:ea typeface="Trebuchet MS"/>
                <a:cs typeface="Trebuchet MS"/>
                <a:sym typeface="Trebuchet MS"/>
              </a:rPr>
              <a:t>システムエンジニアの役割は、</a:t>
            </a:r>
            <a:endParaRPr dirty="0"/>
          </a:p>
          <a:p>
            <a:pPr marL="0" marR="0" lvl="0" indent="0" algn="l" rtl="0">
              <a:lnSpc>
                <a:spcPct val="100000"/>
              </a:lnSpc>
              <a:spcBef>
                <a:spcPts val="0"/>
              </a:spcBef>
              <a:spcAft>
                <a:spcPts val="0"/>
              </a:spcAft>
              <a:buClr>
                <a:srgbClr val="000000"/>
              </a:buClr>
              <a:buSzPts val="1800"/>
              <a:buFont typeface="Arial"/>
              <a:buNone/>
            </a:pPr>
            <a:r>
              <a:rPr lang="ja-JP" sz="1600" dirty="0">
                <a:solidFill>
                  <a:srgbClr val="FF0000"/>
                </a:solidFill>
                <a:latin typeface="Trebuchet MS"/>
                <a:ea typeface="Trebuchet MS"/>
                <a:cs typeface="Trebuchet MS"/>
                <a:sym typeface="Trebuchet MS"/>
              </a:rPr>
              <a:t>クライアント (お客様) へのヒアリングを通して</a:t>
            </a:r>
            <a:br>
              <a:rPr lang="ja-JP" sz="1600" dirty="0">
                <a:solidFill>
                  <a:srgbClr val="FF0000"/>
                </a:solidFill>
                <a:latin typeface="Trebuchet MS"/>
                <a:ea typeface="Trebuchet MS"/>
                <a:cs typeface="Trebuchet MS"/>
                <a:sym typeface="Trebuchet MS"/>
              </a:rPr>
            </a:br>
            <a:r>
              <a:rPr lang="ja-JP" sz="1600" dirty="0">
                <a:solidFill>
                  <a:srgbClr val="FF0000"/>
                </a:solidFill>
                <a:latin typeface="Trebuchet MS"/>
                <a:ea typeface="Trebuchet MS"/>
                <a:cs typeface="Trebuchet MS"/>
                <a:sym typeface="Trebuchet MS"/>
              </a:rPr>
              <a:t>要求に最適な仕様のシステム開発を行うこと</a:t>
            </a:r>
            <a:r>
              <a:rPr lang="ja-JP" sz="1600" dirty="0">
                <a:solidFill>
                  <a:schemeClr val="dk1"/>
                </a:solidFill>
                <a:latin typeface="Trebuchet MS"/>
                <a:ea typeface="Trebuchet MS"/>
                <a:cs typeface="Trebuchet MS"/>
                <a:sym typeface="Trebuchet MS"/>
              </a:rPr>
              <a:t>です。</a:t>
            </a:r>
            <a:endParaRPr dirty="0"/>
          </a:p>
          <a:p>
            <a:pPr marL="0" marR="0" lvl="0" indent="0" algn="l" rtl="0">
              <a:lnSpc>
                <a:spcPct val="100000"/>
              </a:lnSpc>
              <a:spcBef>
                <a:spcPts val="0"/>
              </a:spcBef>
              <a:spcAft>
                <a:spcPts val="0"/>
              </a:spcAft>
              <a:buClr>
                <a:srgbClr val="000000"/>
              </a:buClr>
              <a:buSzPts val="1800"/>
              <a:buFont typeface="Arial"/>
              <a:buNone/>
            </a:pPr>
            <a:r>
              <a:rPr lang="ja-JP" sz="1600" dirty="0">
                <a:solidFill>
                  <a:schemeClr val="dk1"/>
                </a:solidFill>
                <a:latin typeface="Trebuchet MS"/>
                <a:ea typeface="Trebuchet MS"/>
                <a:cs typeface="Trebuchet MS"/>
                <a:sym typeface="Trebuchet MS"/>
              </a:rPr>
              <a:t>また、開発の現場においてシステム設計や</a:t>
            </a:r>
            <a:br>
              <a:rPr lang="ja-JP" sz="1600" dirty="0">
                <a:solidFill>
                  <a:schemeClr val="dk1"/>
                </a:solidFill>
                <a:latin typeface="Trebuchet MS"/>
                <a:ea typeface="Trebuchet MS"/>
                <a:cs typeface="Trebuchet MS"/>
                <a:sym typeface="Trebuchet MS"/>
              </a:rPr>
            </a:br>
            <a:r>
              <a:rPr lang="ja-JP" sz="1600" dirty="0">
                <a:solidFill>
                  <a:schemeClr val="dk1"/>
                </a:solidFill>
                <a:latin typeface="Trebuchet MS"/>
                <a:ea typeface="Trebuchet MS"/>
                <a:cs typeface="Trebuchet MS"/>
                <a:sym typeface="Trebuchet MS"/>
              </a:rPr>
              <a:t>プログラミングなどの業務を担当</a:t>
            </a:r>
            <a:r>
              <a:rPr lang="ja-JP" sz="1600" dirty="0" smtClean="0">
                <a:solidFill>
                  <a:schemeClr val="dk1"/>
                </a:solidFill>
                <a:latin typeface="Trebuchet MS"/>
                <a:ea typeface="Trebuchet MS"/>
                <a:cs typeface="Trebuchet MS"/>
                <a:sym typeface="Trebuchet MS"/>
              </a:rPr>
              <a:t>します</a:t>
            </a:r>
            <a:r>
              <a:rPr lang="ja-JP" altLang="en-US" sz="1600" dirty="0" smtClean="0">
                <a:solidFill>
                  <a:schemeClr val="dk1"/>
                </a:solidFill>
                <a:latin typeface="Trebuchet MS"/>
                <a:ea typeface="Trebuchet MS"/>
                <a:cs typeface="Trebuchet MS"/>
                <a:sym typeface="Trebuchet MS"/>
              </a:rPr>
              <a:t>。</a:t>
            </a:r>
            <a:endParaRPr dirty="0"/>
          </a:p>
        </p:txBody>
      </p:sp>
      <p:grpSp>
        <p:nvGrpSpPr>
          <p:cNvPr id="296" name="Google Shape;296;p4"/>
          <p:cNvGrpSpPr/>
          <p:nvPr/>
        </p:nvGrpSpPr>
        <p:grpSpPr>
          <a:xfrm>
            <a:off x="435385" y="4359959"/>
            <a:ext cx="4995597" cy="1974339"/>
            <a:chOff x="435385" y="4359959"/>
            <a:chExt cx="4920387" cy="1974339"/>
          </a:xfrm>
        </p:grpSpPr>
        <p:sp>
          <p:nvSpPr>
            <p:cNvPr id="297" name="Google Shape;297;p4"/>
            <p:cNvSpPr txBox="1"/>
            <p:nvPr/>
          </p:nvSpPr>
          <p:spPr>
            <a:xfrm>
              <a:off x="435385" y="4481343"/>
              <a:ext cx="4920387" cy="1852955"/>
            </a:xfrm>
            <a:prstGeom prst="rect">
              <a:avLst/>
            </a:prstGeom>
            <a:noFill/>
            <a:ln w="9525" cap="flat" cmpd="sng">
              <a:solidFill>
                <a:schemeClr val="accent1"/>
              </a:solidFill>
              <a:prstDash val="solid"/>
              <a:round/>
              <a:headEnd type="none" w="sm" len="sm"/>
              <a:tailEnd type="none" w="sm" len="sm"/>
            </a:ln>
          </p:spPr>
          <p:txBody>
            <a:bodyPr spcFirstLastPara="1" wrap="square" lIns="144000" tIns="360000" rIns="144000" bIns="45700" anchor="t" anchorCtr="0">
              <a:noAutofit/>
            </a:bodyPr>
            <a:lstStyle/>
            <a:p>
              <a:pPr marL="201600" marR="0" lvl="1" indent="-201600" algn="l" rtl="0">
                <a:spcBef>
                  <a:spcPts val="0"/>
                </a:spcBef>
                <a:spcAft>
                  <a:spcPts val="0"/>
                </a:spcAft>
                <a:buClr>
                  <a:schemeClr val="accent1"/>
                </a:buClr>
                <a:buSzPts val="1800"/>
                <a:buFont typeface="Arial"/>
                <a:buChar char="•"/>
              </a:pPr>
              <a:r>
                <a:rPr lang="ja-JP" sz="1400" b="0" i="0" u="none" strike="noStrike" cap="none" dirty="0">
                  <a:solidFill>
                    <a:schemeClr val="dk1"/>
                  </a:solidFill>
                  <a:latin typeface="Trebuchet MS"/>
                  <a:ea typeface="Trebuchet MS"/>
                  <a:cs typeface="Trebuchet MS"/>
                  <a:sym typeface="Trebuchet MS"/>
                </a:rPr>
                <a:t>システムだけでなくメンバーや予算といった</a:t>
              </a:r>
              <a:br>
                <a:rPr lang="ja-JP" sz="1400" b="0" i="0" u="none" strike="noStrike" cap="none" dirty="0">
                  <a:solidFill>
                    <a:schemeClr val="dk1"/>
                  </a:solidFill>
                  <a:latin typeface="Trebuchet MS"/>
                  <a:ea typeface="Trebuchet MS"/>
                  <a:cs typeface="Trebuchet MS"/>
                  <a:sym typeface="Trebuchet MS"/>
                </a:rPr>
              </a:br>
              <a:r>
                <a:rPr lang="ja-JP" sz="1400" b="0" i="0" u="none" strike="noStrike" cap="none" dirty="0">
                  <a:solidFill>
                    <a:schemeClr val="dk1"/>
                  </a:solidFill>
                  <a:latin typeface="Trebuchet MS"/>
                  <a:ea typeface="Trebuchet MS"/>
                  <a:cs typeface="Trebuchet MS"/>
                  <a:sym typeface="Trebuchet MS"/>
                </a:rPr>
                <a:t>プロジェクト全体の管理をする役割</a:t>
              </a:r>
              <a:endParaRPr dirty="0"/>
            </a:p>
            <a:p>
              <a:pPr marL="201600" marR="0" lvl="1" indent="-201600" algn="l" rtl="0">
                <a:spcBef>
                  <a:spcPts val="600"/>
                </a:spcBef>
                <a:spcAft>
                  <a:spcPts val="0"/>
                </a:spcAft>
                <a:buClr>
                  <a:schemeClr val="accent1"/>
                </a:buClr>
                <a:buSzPts val="1800"/>
                <a:buFont typeface="Arial"/>
                <a:buChar char="•"/>
              </a:pPr>
              <a:r>
                <a:rPr lang="ja-JP" sz="1400" b="0" i="0" u="none" strike="noStrike" cap="none" dirty="0">
                  <a:solidFill>
                    <a:schemeClr val="dk1"/>
                  </a:solidFill>
                  <a:latin typeface="Trebuchet MS"/>
                  <a:ea typeface="Trebuchet MS"/>
                  <a:cs typeface="Trebuchet MS"/>
                  <a:sym typeface="Trebuchet MS"/>
                </a:rPr>
                <a:t>会社の規模によっては、システムエンジニアが</a:t>
              </a:r>
              <a:br>
                <a:rPr lang="ja-JP" sz="1400" b="0" i="0" u="none" strike="noStrike" cap="none" dirty="0">
                  <a:solidFill>
                    <a:schemeClr val="dk1"/>
                  </a:solidFill>
                  <a:latin typeface="Trebuchet MS"/>
                  <a:ea typeface="Trebuchet MS"/>
                  <a:cs typeface="Trebuchet MS"/>
                  <a:sym typeface="Trebuchet MS"/>
                </a:rPr>
              </a:br>
              <a:r>
                <a:rPr lang="ja-JP" sz="1400" b="0" i="0" u="none" strike="noStrike" cap="none" dirty="0">
                  <a:solidFill>
                    <a:schemeClr val="dk1"/>
                  </a:solidFill>
                  <a:latin typeface="Trebuchet MS"/>
                  <a:ea typeface="Trebuchet MS"/>
                  <a:cs typeface="Trebuchet MS"/>
                  <a:sym typeface="Trebuchet MS"/>
                </a:rPr>
                <a:t>プログラマーとプロジェクト・リーダーの両方の</a:t>
              </a:r>
              <a:r>
                <a:rPr lang="ja-JP" sz="1400" b="0" i="0" u="none" strike="noStrike" cap="none" dirty="0" smtClean="0">
                  <a:solidFill>
                    <a:schemeClr val="dk1"/>
                  </a:solidFill>
                  <a:latin typeface="Trebuchet MS"/>
                  <a:ea typeface="Trebuchet MS"/>
                  <a:cs typeface="Trebuchet MS"/>
                  <a:sym typeface="Trebuchet MS"/>
                </a:rPr>
                <a:t>役割を</a:t>
              </a:r>
              <a:r>
                <a:rPr lang="ja-JP" sz="1400" b="0" i="0" u="none" strike="noStrike" cap="none" dirty="0">
                  <a:solidFill>
                    <a:schemeClr val="dk1"/>
                  </a:solidFill>
                  <a:latin typeface="Trebuchet MS"/>
                  <a:ea typeface="Trebuchet MS"/>
                  <a:cs typeface="Trebuchet MS"/>
                  <a:sym typeface="Trebuchet MS"/>
                </a:rPr>
                <a:t>案件の終了まで一人で担当することも</a:t>
              </a:r>
              <a:r>
                <a:rPr lang="ja-JP" sz="1400" b="0" i="0" u="none" strike="noStrike" cap="none" dirty="0" smtClean="0">
                  <a:solidFill>
                    <a:schemeClr val="dk1"/>
                  </a:solidFill>
                  <a:latin typeface="Trebuchet MS"/>
                  <a:ea typeface="Trebuchet MS"/>
                  <a:cs typeface="Trebuchet MS"/>
                  <a:sym typeface="Trebuchet MS"/>
                </a:rPr>
                <a:t>あります</a:t>
              </a:r>
              <a:endParaRPr dirty="0"/>
            </a:p>
          </p:txBody>
        </p:sp>
        <p:sp>
          <p:nvSpPr>
            <p:cNvPr id="298" name="Google Shape;298;p4"/>
            <p:cNvSpPr txBox="1"/>
            <p:nvPr/>
          </p:nvSpPr>
          <p:spPr>
            <a:xfrm>
              <a:off x="634888" y="4359959"/>
              <a:ext cx="3133547" cy="30292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a:solidFill>
                    <a:schemeClr val="accent1"/>
                  </a:solidFill>
                  <a:latin typeface="Trebuchet MS"/>
                  <a:ea typeface="Trebuchet MS"/>
                  <a:cs typeface="Trebuchet MS"/>
                  <a:sym typeface="Trebuchet MS"/>
                </a:rPr>
                <a:t>※</a:t>
              </a:r>
              <a:r>
                <a:rPr lang="ja-JP" sz="1600">
                  <a:solidFill>
                    <a:schemeClr val="dk1"/>
                  </a:solidFill>
                  <a:latin typeface="Trebuchet MS"/>
                  <a:ea typeface="Trebuchet MS"/>
                  <a:cs typeface="Trebuchet MS"/>
                  <a:sym typeface="Trebuchet MS"/>
                </a:rPr>
                <a:t>プロジェクト・リーダー (PL) </a:t>
              </a:r>
              <a:endParaRPr sz="1600">
                <a:solidFill>
                  <a:schemeClr val="dk1"/>
                </a:solidFill>
                <a:latin typeface="Trebuchet MS"/>
                <a:ea typeface="Trebuchet MS"/>
                <a:cs typeface="Trebuchet MS"/>
                <a:sym typeface="Trebuchet MS"/>
              </a:endParaRPr>
            </a:p>
          </p:txBody>
        </p:sp>
      </p:grpSp>
      <p:pic>
        <p:nvPicPr>
          <p:cNvPr id="299" name="Google Shape;299;p4" descr="ノートパソコンを使っている男性&#10;&#10;中程度の精度で自動的に生成された説明"/>
          <p:cNvPicPr preferRelativeResize="0"/>
          <p:nvPr/>
        </p:nvPicPr>
        <p:blipFill rotWithShape="1">
          <a:blip r:embed="rId3">
            <a:alphaModFix/>
          </a:blip>
          <a:srcRect l="31656" t="1" r="27338" b="17"/>
          <a:stretch/>
        </p:blipFill>
        <p:spPr>
          <a:xfrm>
            <a:off x="5648100" y="1296216"/>
            <a:ext cx="3100613" cy="5038081"/>
          </a:xfrm>
          <a:prstGeom prst="rect">
            <a:avLst/>
          </a:prstGeom>
          <a:noFill/>
          <a:ln>
            <a:noFill/>
          </a:ln>
        </p:spPr>
      </p:pic>
      <p:sp>
        <p:nvSpPr>
          <p:cNvPr id="300" name="Google Shape;300;p4"/>
          <p:cNvSpPr txBox="1"/>
          <p:nvPr/>
        </p:nvSpPr>
        <p:spPr>
          <a:xfrm>
            <a:off x="435384" y="2740137"/>
            <a:ext cx="4920387" cy="1246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600" dirty="0">
                <a:solidFill>
                  <a:schemeClr val="dk1"/>
                </a:solidFill>
                <a:latin typeface="Trebuchet MS"/>
                <a:ea typeface="Trebuchet MS"/>
                <a:cs typeface="Trebuchet MS"/>
                <a:sym typeface="Trebuchet MS"/>
              </a:rPr>
              <a:t>プログラミング業務では、プログラマーに依頼することもあれば自分自身でプログラミングをすることもあります。プログラマーの上位職であるため、</a:t>
            </a:r>
            <a:br>
              <a:rPr lang="ja-JP" sz="1600" dirty="0">
                <a:solidFill>
                  <a:schemeClr val="dk1"/>
                </a:solidFill>
                <a:latin typeface="Trebuchet MS"/>
                <a:ea typeface="Trebuchet MS"/>
                <a:cs typeface="Trebuchet MS"/>
                <a:sym typeface="Trebuchet MS"/>
              </a:rPr>
            </a:br>
            <a:r>
              <a:rPr lang="ja-JP" sz="1600" dirty="0">
                <a:solidFill>
                  <a:schemeClr val="dk1"/>
                </a:solidFill>
                <a:latin typeface="Trebuchet MS"/>
                <a:ea typeface="Trebuchet MS"/>
                <a:cs typeface="Trebuchet MS"/>
                <a:sym typeface="Trebuchet MS"/>
              </a:rPr>
              <a:t>プログラマーのリーダー的ポジションであるとも</a:t>
            </a:r>
            <a:br>
              <a:rPr lang="ja-JP" sz="1600" dirty="0">
                <a:solidFill>
                  <a:schemeClr val="dk1"/>
                </a:solidFill>
                <a:latin typeface="Trebuchet MS"/>
                <a:ea typeface="Trebuchet MS"/>
                <a:cs typeface="Trebuchet MS"/>
                <a:sym typeface="Trebuchet MS"/>
              </a:rPr>
            </a:br>
            <a:r>
              <a:rPr lang="ja-JP" sz="1600" dirty="0">
                <a:solidFill>
                  <a:schemeClr val="dk1"/>
                </a:solidFill>
                <a:latin typeface="Trebuchet MS"/>
                <a:ea typeface="Trebuchet MS"/>
                <a:cs typeface="Trebuchet MS"/>
                <a:sym typeface="Trebuchet MS"/>
              </a:rPr>
              <a:t>いえる</a:t>
            </a:r>
            <a:r>
              <a:rPr lang="ja-JP" sz="1600" dirty="0" smtClean="0">
                <a:solidFill>
                  <a:schemeClr val="dk1"/>
                </a:solidFill>
                <a:latin typeface="Trebuchet MS"/>
                <a:ea typeface="Trebuchet MS"/>
                <a:cs typeface="Trebuchet MS"/>
                <a:sym typeface="Trebuchet MS"/>
              </a:rPr>
              <a:t>でしょう</a:t>
            </a:r>
            <a:r>
              <a:rPr lang="ja-JP" altLang="en-US" sz="1600" dirty="0">
                <a:solidFill>
                  <a:schemeClr val="dk1"/>
                </a:solidFill>
                <a:latin typeface="Trebuchet MS"/>
                <a:ea typeface="Trebuchet MS"/>
                <a:cs typeface="Trebuchet MS"/>
                <a:sym typeface="Trebuchet MS"/>
              </a:rPr>
              <a:t>。</a:t>
            </a:r>
            <a:endParaRPr dirty="0"/>
          </a:p>
          <a:p>
            <a:pPr marL="0" marR="0" lvl="0" indent="0" algn="l" rtl="0">
              <a:lnSpc>
                <a:spcPct val="100000"/>
              </a:lnSpc>
              <a:spcBef>
                <a:spcPts val="0"/>
              </a:spcBef>
              <a:spcAft>
                <a:spcPts val="0"/>
              </a:spcAft>
              <a:buClr>
                <a:srgbClr val="000000"/>
              </a:buClr>
              <a:buSzPts val="1800"/>
              <a:buFont typeface="Arial"/>
              <a:buNone/>
            </a:pPr>
            <a:endParaRPr sz="1600" dirty="0">
              <a:solidFill>
                <a:schemeClr val="dk1"/>
              </a:solidFill>
              <a:latin typeface="Trebuchet MS"/>
              <a:ea typeface="Trebuchet MS"/>
              <a:cs typeface="Trebuchet MS"/>
              <a:sym typeface="Trebuchet M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
          <p:cNvSpPr txBox="1"/>
          <p:nvPr/>
        </p:nvSpPr>
        <p:spPr>
          <a:xfrm>
            <a:off x="2371924" y="926925"/>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お客様の要望や問題を見つけ改善</a:t>
            </a:r>
            <a:r>
              <a:rPr lang="ja-JP" sz="1600">
                <a:solidFill>
                  <a:srgbClr val="FF0000"/>
                </a:solidFill>
                <a:latin typeface="Trebuchet MS"/>
                <a:ea typeface="Trebuchet MS"/>
                <a:cs typeface="Trebuchet MS"/>
                <a:sym typeface="Trebuchet MS"/>
              </a:rPr>
              <a:t>提案</a:t>
            </a:r>
            <a:r>
              <a:rPr lang="ja-JP" sz="1600">
                <a:solidFill>
                  <a:schemeClr val="dk1"/>
                </a:solidFill>
                <a:latin typeface="Trebuchet MS"/>
                <a:ea typeface="Trebuchet MS"/>
                <a:cs typeface="Trebuchet MS"/>
                <a:sym typeface="Trebuchet MS"/>
              </a:rPr>
              <a:t>を行います</a:t>
            </a:r>
            <a:endParaRPr/>
          </a:p>
        </p:txBody>
      </p:sp>
      <p:sp>
        <p:nvSpPr>
          <p:cNvPr id="306" name="Google Shape;306;p5"/>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6</a:t>
            </a:fld>
            <a:endParaRPr>
              <a:latin typeface="Trebuchet MS"/>
              <a:ea typeface="Trebuchet MS"/>
              <a:cs typeface="Trebuchet MS"/>
              <a:sym typeface="Trebuchet MS"/>
            </a:endParaRPr>
          </a:p>
        </p:txBody>
      </p:sp>
      <p:sp>
        <p:nvSpPr>
          <p:cNvPr id="307" name="Google Shape;307;p5"/>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14141"/>
              </a:buClr>
              <a:buSzPts val="2500"/>
              <a:buFont typeface="Trebuchet MS"/>
              <a:buNone/>
            </a:pPr>
            <a:r>
              <a:rPr lang="ja-JP">
                <a:solidFill>
                  <a:srgbClr val="414141"/>
                </a:solidFill>
                <a:latin typeface="Trebuchet MS"/>
                <a:ea typeface="Trebuchet MS"/>
                <a:cs typeface="Trebuchet MS"/>
                <a:sym typeface="Trebuchet MS"/>
              </a:rPr>
              <a:t>　</a:t>
            </a:r>
            <a:endParaRPr/>
          </a:p>
        </p:txBody>
      </p:sp>
      <p:sp>
        <p:nvSpPr>
          <p:cNvPr id="308" name="Google Shape;308;p5"/>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システムエンジニアの仕事に関して</a:t>
            </a:r>
            <a:endParaRPr/>
          </a:p>
        </p:txBody>
      </p:sp>
      <p:sp>
        <p:nvSpPr>
          <p:cNvPr id="309" name="Google Shape;309;p5"/>
          <p:cNvSpPr txBox="1"/>
          <p:nvPr/>
        </p:nvSpPr>
        <p:spPr>
          <a:xfrm>
            <a:off x="1152724" y="92692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提案</a:t>
            </a:r>
            <a:endParaRPr/>
          </a:p>
        </p:txBody>
      </p:sp>
      <p:sp>
        <p:nvSpPr>
          <p:cNvPr id="310" name="Google Shape;310;p5"/>
          <p:cNvSpPr txBox="1"/>
          <p:nvPr/>
        </p:nvSpPr>
        <p:spPr>
          <a:xfrm>
            <a:off x="1152724" y="162527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要件定義</a:t>
            </a:r>
            <a:endParaRPr/>
          </a:p>
        </p:txBody>
      </p:sp>
      <p:sp>
        <p:nvSpPr>
          <p:cNvPr id="311" name="Google Shape;311;p5"/>
          <p:cNvSpPr txBox="1"/>
          <p:nvPr/>
        </p:nvSpPr>
        <p:spPr>
          <a:xfrm>
            <a:off x="2371924" y="1630729"/>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課題解決の具体的方法や新</a:t>
            </a:r>
            <a:r>
              <a:rPr lang="ja-JP" sz="1600" b="0" i="0" u="none" strike="noStrike" cap="none">
                <a:solidFill>
                  <a:srgbClr val="FF0000"/>
                </a:solidFill>
                <a:latin typeface="Trebuchet MS"/>
                <a:ea typeface="Trebuchet MS"/>
                <a:cs typeface="Trebuchet MS"/>
                <a:sym typeface="Trebuchet MS"/>
              </a:rPr>
              <a:t>業務の設計</a:t>
            </a:r>
            <a:r>
              <a:rPr lang="ja-JP" sz="1600" b="0" i="0" u="none" strike="noStrike" cap="none">
                <a:solidFill>
                  <a:schemeClr val="dk1"/>
                </a:solidFill>
                <a:latin typeface="Trebuchet MS"/>
                <a:ea typeface="Trebuchet MS"/>
                <a:cs typeface="Trebuchet MS"/>
                <a:sym typeface="Trebuchet MS"/>
              </a:rPr>
              <a:t>をします</a:t>
            </a:r>
            <a:endParaRPr sz="1600">
              <a:solidFill>
                <a:schemeClr val="dk1"/>
              </a:solidFill>
              <a:latin typeface="Trebuchet MS"/>
              <a:ea typeface="Trebuchet MS"/>
              <a:cs typeface="Trebuchet MS"/>
              <a:sym typeface="Trebuchet MS"/>
            </a:endParaRPr>
          </a:p>
        </p:txBody>
      </p:sp>
      <p:sp>
        <p:nvSpPr>
          <p:cNvPr id="312" name="Google Shape;312;p5"/>
          <p:cNvSpPr txBox="1"/>
          <p:nvPr/>
        </p:nvSpPr>
        <p:spPr>
          <a:xfrm>
            <a:off x="1152724" y="232361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基本設計</a:t>
            </a:r>
            <a:endParaRPr/>
          </a:p>
        </p:txBody>
      </p:sp>
      <p:sp>
        <p:nvSpPr>
          <p:cNvPr id="313" name="Google Shape;313;p5"/>
          <p:cNvSpPr txBox="1"/>
          <p:nvPr/>
        </p:nvSpPr>
        <p:spPr>
          <a:xfrm>
            <a:off x="2371924" y="2334533"/>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新業務を実現化できる</a:t>
            </a:r>
            <a:r>
              <a:rPr lang="ja-JP" sz="1600" b="0" i="0" u="none" strike="noStrike" cap="none">
                <a:solidFill>
                  <a:srgbClr val="FF0000"/>
                </a:solidFill>
                <a:latin typeface="Trebuchet MS"/>
                <a:ea typeface="Trebuchet MS"/>
                <a:cs typeface="Trebuchet MS"/>
                <a:sym typeface="Trebuchet MS"/>
              </a:rPr>
              <a:t>システムの設計</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14" name="Google Shape;314;p5"/>
          <p:cNvSpPr txBox="1"/>
          <p:nvPr/>
        </p:nvSpPr>
        <p:spPr>
          <a:xfrm>
            <a:off x="1152724" y="372030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開発</a:t>
            </a:r>
            <a:endParaRPr/>
          </a:p>
        </p:txBody>
      </p:sp>
      <p:sp>
        <p:nvSpPr>
          <p:cNvPr id="315" name="Google Shape;315;p5"/>
          <p:cNvSpPr txBox="1"/>
          <p:nvPr/>
        </p:nvSpPr>
        <p:spPr>
          <a:xfrm>
            <a:off x="2371924" y="3742141"/>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rgbClr val="FF0000"/>
                </a:solidFill>
                <a:latin typeface="Trebuchet MS"/>
                <a:ea typeface="Trebuchet MS"/>
                <a:cs typeface="Trebuchet MS"/>
                <a:sym typeface="Trebuchet MS"/>
              </a:rPr>
              <a:t>プログラム開発</a:t>
            </a:r>
            <a:r>
              <a:rPr lang="ja-JP" sz="1600" b="0" i="0" u="none" strike="noStrike" cap="none">
                <a:solidFill>
                  <a:schemeClr val="dk1"/>
                </a:solidFill>
                <a:latin typeface="Trebuchet MS"/>
                <a:ea typeface="Trebuchet MS"/>
                <a:cs typeface="Trebuchet MS"/>
                <a:sym typeface="Trebuchet MS"/>
              </a:rPr>
              <a:t>や</a:t>
            </a:r>
            <a:r>
              <a:rPr lang="ja-JP" sz="1600" b="0" i="0" u="none" strike="noStrike" cap="none">
                <a:solidFill>
                  <a:srgbClr val="FF0000"/>
                </a:solidFill>
                <a:latin typeface="Trebuchet MS"/>
                <a:ea typeface="Trebuchet MS"/>
                <a:cs typeface="Trebuchet MS"/>
                <a:sym typeface="Trebuchet MS"/>
              </a:rPr>
              <a:t>環境構築ネットワーク構築</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16" name="Google Shape;316;p5"/>
          <p:cNvSpPr txBox="1"/>
          <p:nvPr/>
        </p:nvSpPr>
        <p:spPr>
          <a:xfrm>
            <a:off x="1152724" y="302196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詳細設計</a:t>
            </a:r>
            <a:endParaRPr/>
          </a:p>
        </p:txBody>
      </p:sp>
      <p:sp>
        <p:nvSpPr>
          <p:cNvPr id="317" name="Google Shape;317;p5"/>
          <p:cNvSpPr txBox="1"/>
          <p:nvPr/>
        </p:nvSpPr>
        <p:spPr>
          <a:xfrm>
            <a:off x="2371925" y="3038337"/>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基本設計の内容を開発向けにした</a:t>
            </a:r>
            <a:r>
              <a:rPr lang="ja-JP" sz="1600" b="0" i="0" u="none" strike="noStrike" cap="none">
                <a:solidFill>
                  <a:srgbClr val="FF0000"/>
                </a:solidFill>
                <a:latin typeface="Trebuchet MS"/>
                <a:ea typeface="Trebuchet MS"/>
                <a:cs typeface="Trebuchet MS"/>
                <a:sym typeface="Trebuchet MS"/>
              </a:rPr>
              <a:t>システムの設計</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18" name="Google Shape;318;p5"/>
          <p:cNvSpPr txBox="1"/>
          <p:nvPr/>
        </p:nvSpPr>
        <p:spPr>
          <a:xfrm>
            <a:off x="1152724" y="441865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テスト・</a:t>
            </a:r>
            <a:endParaRPr sz="16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総合テスト</a:t>
            </a:r>
            <a:endParaRPr/>
          </a:p>
        </p:txBody>
      </p:sp>
      <p:sp>
        <p:nvSpPr>
          <p:cNvPr id="319" name="Google Shape;319;p5"/>
          <p:cNvSpPr txBox="1"/>
          <p:nvPr/>
        </p:nvSpPr>
        <p:spPr>
          <a:xfrm>
            <a:off x="1152724" y="511699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導入支援</a:t>
            </a:r>
            <a:endParaRPr/>
          </a:p>
        </p:txBody>
      </p:sp>
      <p:sp>
        <p:nvSpPr>
          <p:cNvPr id="320" name="Google Shape;320;p5"/>
          <p:cNvSpPr txBox="1"/>
          <p:nvPr/>
        </p:nvSpPr>
        <p:spPr>
          <a:xfrm>
            <a:off x="2371923" y="5149749"/>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新業務への移行、</a:t>
            </a:r>
            <a:r>
              <a:rPr lang="ja-JP" sz="1600" b="0" i="0" u="none" strike="noStrike" cap="none">
                <a:solidFill>
                  <a:srgbClr val="FF0000"/>
                </a:solidFill>
                <a:latin typeface="Trebuchet MS"/>
                <a:ea typeface="Trebuchet MS"/>
                <a:cs typeface="Trebuchet MS"/>
                <a:sym typeface="Trebuchet MS"/>
              </a:rPr>
              <a:t>システムの立上</a:t>
            </a:r>
            <a:r>
              <a:rPr lang="ja-JP" sz="1600">
                <a:solidFill>
                  <a:srgbClr val="FF0000"/>
                </a:solidFill>
                <a:latin typeface="Trebuchet MS"/>
                <a:ea typeface="Trebuchet MS"/>
                <a:cs typeface="Trebuchet MS"/>
                <a:sym typeface="Trebuchet MS"/>
              </a:rPr>
              <a:t>げ</a:t>
            </a:r>
            <a:r>
              <a:rPr lang="ja-JP" sz="1600" b="0" i="0" u="none" strike="noStrike" cap="none">
                <a:solidFill>
                  <a:schemeClr val="dk1"/>
                </a:solidFill>
                <a:latin typeface="Trebuchet MS"/>
                <a:ea typeface="Trebuchet MS"/>
                <a:cs typeface="Trebuchet MS"/>
                <a:sym typeface="Trebuchet MS"/>
              </a:rPr>
              <a:t>を行います</a:t>
            </a:r>
            <a:endParaRPr sz="1600">
              <a:solidFill>
                <a:schemeClr val="dk1"/>
              </a:solidFill>
              <a:latin typeface="Trebuchet MS"/>
              <a:ea typeface="Trebuchet MS"/>
              <a:cs typeface="Trebuchet MS"/>
              <a:sym typeface="Trebuchet MS"/>
            </a:endParaRPr>
          </a:p>
        </p:txBody>
      </p:sp>
      <p:sp>
        <p:nvSpPr>
          <p:cNvPr id="321" name="Google Shape;321;p5"/>
          <p:cNvSpPr txBox="1"/>
          <p:nvPr/>
        </p:nvSpPr>
        <p:spPr>
          <a:xfrm>
            <a:off x="1152724" y="5815337"/>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運用保守・</a:t>
            </a:r>
            <a:endParaRPr sz="1600">
              <a:solidFill>
                <a:schemeClr val="dk1"/>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サポート</a:t>
            </a:r>
            <a:endParaRPr/>
          </a:p>
        </p:txBody>
      </p:sp>
      <p:sp>
        <p:nvSpPr>
          <p:cNvPr id="322" name="Google Shape;322;p5"/>
          <p:cNvSpPr txBox="1"/>
          <p:nvPr/>
        </p:nvSpPr>
        <p:spPr>
          <a:xfrm>
            <a:off x="2371924" y="5853555"/>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システムの問合せやトラブル対応を行います</a:t>
            </a:r>
            <a:endParaRPr sz="1600">
              <a:solidFill>
                <a:schemeClr val="dk1"/>
              </a:solidFill>
              <a:latin typeface="Trebuchet MS"/>
              <a:ea typeface="Trebuchet MS"/>
              <a:cs typeface="Trebuchet MS"/>
              <a:sym typeface="Trebuchet MS"/>
            </a:endParaRPr>
          </a:p>
        </p:txBody>
      </p:sp>
      <p:sp>
        <p:nvSpPr>
          <p:cNvPr id="323" name="Google Shape;323;p5"/>
          <p:cNvSpPr txBox="1"/>
          <p:nvPr/>
        </p:nvSpPr>
        <p:spPr>
          <a:xfrm>
            <a:off x="2371925" y="4445945"/>
            <a:ext cx="6453420" cy="612000"/>
          </a:xfrm>
          <a:prstGeom prst="rect">
            <a:avLst/>
          </a:prstGeom>
          <a:noFill/>
          <a:ln>
            <a:noFill/>
          </a:ln>
        </p:spPr>
        <p:txBody>
          <a:bodyPr spcFirstLastPara="1" wrap="square" lIns="180000"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dirty="0">
                <a:solidFill>
                  <a:schemeClr val="dk1"/>
                </a:solidFill>
                <a:latin typeface="Trebuchet MS"/>
                <a:ea typeface="Trebuchet MS"/>
                <a:cs typeface="Trebuchet MS"/>
                <a:sym typeface="Trebuchet MS"/>
              </a:rPr>
              <a:t>開発されたソフトやネットワークで当初の業務要件を満たせるかを確認 (</a:t>
            </a:r>
            <a:r>
              <a:rPr lang="ja-JP" sz="1600" b="0" i="0" u="none" strike="noStrike" cap="none" dirty="0">
                <a:solidFill>
                  <a:srgbClr val="FF0000"/>
                </a:solidFill>
                <a:latin typeface="Trebuchet MS"/>
                <a:ea typeface="Trebuchet MS"/>
                <a:cs typeface="Trebuchet MS"/>
                <a:sym typeface="Trebuchet MS"/>
              </a:rPr>
              <a:t>テスト</a:t>
            </a:r>
            <a:r>
              <a:rPr lang="ja-JP" sz="1600" b="0" i="0" u="none" strike="noStrike" cap="none" dirty="0">
                <a:solidFill>
                  <a:schemeClr val="dk1"/>
                </a:solidFill>
                <a:latin typeface="Trebuchet MS"/>
                <a:ea typeface="Trebuchet MS"/>
                <a:cs typeface="Trebuchet MS"/>
                <a:sym typeface="Trebuchet MS"/>
              </a:rPr>
              <a:t>) します</a:t>
            </a:r>
            <a:endParaRPr dirty="0"/>
          </a:p>
        </p:txBody>
      </p:sp>
      <p:grpSp>
        <p:nvGrpSpPr>
          <p:cNvPr id="324" name="Google Shape;324;p5"/>
          <p:cNvGrpSpPr/>
          <p:nvPr/>
        </p:nvGrpSpPr>
        <p:grpSpPr>
          <a:xfrm>
            <a:off x="2371924" y="926925"/>
            <a:ext cx="0" cy="5538630"/>
            <a:chOff x="2371924" y="926925"/>
            <a:chExt cx="0" cy="5538630"/>
          </a:xfrm>
        </p:grpSpPr>
        <p:cxnSp>
          <p:nvCxnSpPr>
            <p:cNvPr id="325" name="Google Shape;325;p5"/>
            <p:cNvCxnSpPr/>
            <p:nvPr/>
          </p:nvCxnSpPr>
          <p:spPr>
            <a:xfrm>
              <a:off x="2371924" y="926925"/>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6" name="Google Shape;326;p5"/>
            <p:cNvCxnSpPr/>
            <p:nvPr/>
          </p:nvCxnSpPr>
          <p:spPr>
            <a:xfrm>
              <a:off x="2371924" y="1630729"/>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7" name="Google Shape;327;p5"/>
            <p:cNvCxnSpPr/>
            <p:nvPr/>
          </p:nvCxnSpPr>
          <p:spPr>
            <a:xfrm>
              <a:off x="2371924" y="2334533"/>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8" name="Google Shape;328;p5"/>
            <p:cNvCxnSpPr/>
            <p:nvPr/>
          </p:nvCxnSpPr>
          <p:spPr>
            <a:xfrm>
              <a:off x="2371924" y="3038337"/>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29" name="Google Shape;329;p5"/>
            <p:cNvCxnSpPr/>
            <p:nvPr/>
          </p:nvCxnSpPr>
          <p:spPr>
            <a:xfrm>
              <a:off x="2371924" y="3742141"/>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30" name="Google Shape;330;p5"/>
            <p:cNvCxnSpPr/>
            <p:nvPr/>
          </p:nvCxnSpPr>
          <p:spPr>
            <a:xfrm>
              <a:off x="2371924" y="4445945"/>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31" name="Google Shape;331;p5"/>
            <p:cNvCxnSpPr/>
            <p:nvPr/>
          </p:nvCxnSpPr>
          <p:spPr>
            <a:xfrm>
              <a:off x="2371924" y="5149749"/>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32" name="Google Shape;332;p5"/>
            <p:cNvCxnSpPr/>
            <p:nvPr/>
          </p:nvCxnSpPr>
          <p:spPr>
            <a:xfrm>
              <a:off x="2371924" y="5853555"/>
              <a:ext cx="0" cy="61200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333" name="Google Shape;333;p5"/>
          <p:cNvGrpSpPr/>
          <p:nvPr/>
        </p:nvGrpSpPr>
        <p:grpSpPr>
          <a:xfrm>
            <a:off x="444232" y="926925"/>
            <a:ext cx="708492" cy="5629046"/>
            <a:chOff x="444232" y="926925"/>
            <a:chExt cx="708492" cy="5629046"/>
          </a:xfrm>
        </p:grpSpPr>
        <p:cxnSp>
          <p:nvCxnSpPr>
            <p:cNvPr id="334" name="Google Shape;334;p5"/>
            <p:cNvCxnSpPr/>
            <p:nvPr/>
          </p:nvCxnSpPr>
          <p:spPr>
            <a:xfrm>
              <a:off x="511732" y="926925"/>
              <a:ext cx="0" cy="5629046"/>
            </a:xfrm>
            <a:prstGeom prst="straightConnector1">
              <a:avLst/>
            </a:prstGeom>
            <a:noFill/>
            <a:ln w="38100" cap="flat" cmpd="sng">
              <a:solidFill>
                <a:schemeClr val="accent1"/>
              </a:solidFill>
              <a:prstDash val="solid"/>
              <a:miter lim="800000"/>
              <a:headEnd type="none" w="sm" len="sm"/>
              <a:tailEnd type="stealth" w="lg" len="lg"/>
            </a:ln>
          </p:spPr>
        </p:cxnSp>
        <p:sp>
          <p:nvSpPr>
            <p:cNvPr id="335" name="Google Shape;335;p5"/>
            <p:cNvSpPr/>
            <p:nvPr/>
          </p:nvSpPr>
          <p:spPr>
            <a:xfrm>
              <a:off x="444232" y="116542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6" name="Google Shape;336;p5"/>
            <p:cNvSpPr/>
            <p:nvPr/>
          </p:nvSpPr>
          <p:spPr>
            <a:xfrm>
              <a:off x="444232" y="1869229"/>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7" name="Google Shape;337;p5"/>
            <p:cNvSpPr/>
            <p:nvPr/>
          </p:nvSpPr>
          <p:spPr>
            <a:xfrm>
              <a:off x="444232" y="2573033"/>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8" name="Google Shape;338;p5"/>
            <p:cNvSpPr/>
            <p:nvPr/>
          </p:nvSpPr>
          <p:spPr>
            <a:xfrm>
              <a:off x="444232" y="3276837"/>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39" name="Google Shape;339;p5"/>
            <p:cNvSpPr/>
            <p:nvPr/>
          </p:nvSpPr>
          <p:spPr>
            <a:xfrm>
              <a:off x="444232" y="3980641"/>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40" name="Google Shape;340;p5"/>
            <p:cNvSpPr/>
            <p:nvPr/>
          </p:nvSpPr>
          <p:spPr>
            <a:xfrm>
              <a:off x="444232" y="468444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41" name="Google Shape;341;p5"/>
            <p:cNvSpPr/>
            <p:nvPr/>
          </p:nvSpPr>
          <p:spPr>
            <a:xfrm>
              <a:off x="444232" y="5388249"/>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42" name="Google Shape;342;p5"/>
            <p:cNvSpPr/>
            <p:nvPr/>
          </p:nvSpPr>
          <p:spPr>
            <a:xfrm>
              <a:off x="444232" y="609205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pic>
          <p:nvPicPr>
            <p:cNvPr id="343" name="Google Shape;343;p5" descr="クリップボード 単色塗りつぶし"/>
            <p:cNvPicPr preferRelativeResize="0"/>
            <p:nvPr/>
          </p:nvPicPr>
          <p:blipFill rotWithShape="1">
            <a:blip r:embed="rId3">
              <a:alphaModFix/>
            </a:blip>
            <a:srcRect/>
            <a:stretch/>
          </p:blipFill>
          <p:spPr>
            <a:xfrm>
              <a:off x="612724" y="1661270"/>
              <a:ext cx="540000" cy="540000"/>
            </a:xfrm>
            <a:prstGeom prst="rect">
              <a:avLst/>
            </a:prstGeom>
            <a:noFill/>
            <a:ln>
              <a:noFill/>
            </a:ln>
          </p:spPr>
        </p:pic>
        <p:pic>
          <p:nvPicPr>
            <p:cNvPr id="344" name="Google Shape;344;p5" descr="Web デザイン 単色塗りつぶし"/>
            <p:cNvPicPr preferRelativeResize="0"/>
            <p:nvPr/>
          </p:nvPicPr>
          <p:blipFill rotWithShape="1">
            <a:blip r:embed="rId4">
              <a:alphaModFix/>
            </a:blip>
            <a:srcRect/>
            <a:stretch/>
          </p:blipFill>
          <p:spPr>
            <a:xfrm>
              <a:off x="612724" y="2370533"/>
              <a:ext cx="540000" cy="540000"/>
            </a:xfrm>
            <a:prstGeom prst="rect">
              <a:avLst/>
            </a:prstGeom>
            <a:noFill/>
            <a:ln>
              <a:noFill/>
            </a:ln>
          </p:spPr>
        </p:pic>
        <p:pic>
          <p:nvPicPr>
            <p:cNvPr id="345" name="Google Shape;345;p5" descr="プログラマー女性 単色塗りつぶし"/>
            <p:cNvPicPr preferRelativeResize="0"/>
            <p:nvPr/>
          </p:nvPicPr>
          <p:blipFill rotWithShape="1">
            <a:blip r:embed="rId5">
              <a:alphaModFix/>
            </a:blip>
            <a:srcRect/>
            <a:stretch/>
          </p:blipFill>
          <p:spPr>
            <a:xfrm>
              <a:off x="612724" y="3074337"/>
              <a:ext cx="540000" cy="540000"/>
            </a:xfrm>
            <a:prstGeom prst="rect">
              <a:avLst/>
            </a:prstGeom>
            <a:noFill/>
            <a:ln>
              <a:noFill/>
            </a:ln>
          </p:spPr>
        </p:pic>
        <p:pic>
          <p:nvPicPr>
            <p:cNvPr id="346" name="Google Shape;346;p5" descr="チェックリスト 単色塗りつぶし"/>
            <p:cNvPicPr preferRelativeResize="0"/>
            <p:nvPr/>
          </p:nvPicPr>
          <p:blipFill rotWithShape="1">
            <a:blip r:embed="rId6">
              <a:alphaModFix/>
            </a:blip>
            <a:srcRect/>
            <a:stretch/>
          </p:blipFill>
          <p:spPr>
            <a:xfrm>
              <a:off x="612724" y="4454650"/>
              <a:ext cx="540000" cy="540000"/>
            </a:xfrm>
            <a:prstGeom prst="rect">
              <a:avLst/>
            </a:prstGeom>
            <a:noFill/>
            <a:ln>
              <a:noFill/>
            </a:ln>
          </p:spPr>
        </p:pic>
        <p:pic>
          <p:nvPicPr>
            <p:cNvPr id="347" name="Google Shape;347;p5" descr="手のひらと植物 単色塗りつぶし"/>
            <p:cNvPicPr preferRelativeResize="0"/>
            <p:nvPr/>
          </p:nvPicPr>
          <p:blipFill rotWithShape="1">
            <a:blip r:embed="rId7">
              <a:alphaModFix/>
            </a:blip>
            <a:srcRect/>
            <a:stretch/>
          </p:blipFill>
          <p:spPr>
            <a:xfrm>
              <a:off x="612724" y="962925"/>
              <a:ext cx="540000" cy="540000"/>
            </a:xfrm>
            <a:prstGeom prst="rect">
              <a:avLst/>
            </a:prstGeom>
            <a:noFill/>
            <a:ln>
              <a:noFill/>
            </a:ln>
          </p:spPr>
        </p:pic>
        <p:pic>
          <p:nvPicPr>
            <p:cNvPr id="348" name="Google Shape;348;p5" descr="戻る 単色塗りつぶし"/>
            <p:cNvPicPr preferRelativeResize="0"/>
            <p:nvPr/>
          </p:nvPicPr>
          <p:blipFill rotWithShape="1">
            <a:blip r:embed="rId8">
              <a:alphaModFix/>
            </a:blip>
            <a:srcRect/>
            <a:stretch/>
          </p:blipFill>
          <p:spPr>
            <a:xfrm>
              <a:off x="612724" y="3778141"/>
              <a:ext cx="540000" cy="540000"/>
            </a:xfrm>
            <a:prstGeom prst="rect">
              <a:avLst/>
            </a:prstGeom>
            <a:noFill/>
            <a:ln>
              <a:noFill/>
            </a:ln>
          </p:spPr>
        </p:pic>
        <p:pic>
          <p:nvPicPr>
            <p:cNvPr id="349" name="Google Shape;349;p5" descr="ダウンロード 単色塗りつぶし"/>
            <p:cNvPicPr preferRelativeResize="0"/>
            <p:nvPr/>
          </p:nvPicPr>
          <p:blipFill rotWithShape="1">
            <a:blip r:embed="rId9">
              <a:alphaModFix/>
            </a:blip>
            <a:srcRect/>
            <a:stretch/>
          </p:blipFill>
          <p:spPr>
            <a:xfrm>
              <a:off x="612724" y="5152995"/>
              <a:ext cx="540000" cy="540000"/>
            </a:xfrm>
            <a:prstGeom prst="rect">
              <a:avLst/>
            </a:prstGeom>
            <a:noFill/>
            <a:ln>
              <a:noFill/>
            </a:ln>
          </p:spPr>
        </p:pic>
        <p:pic>
          <p:nvPicPr>
            <p:cNvPr id="350" name="Google Shape;350;p5" descr="ツール 単色塗りつぶし"/>
            <p:cNvPicPr preferRelativeResize="0"/>
            <p:nvPr/>
          </p:nvPicPr>
          <p:blipFill rotWithShape="1">
            <a:blip r:embed="rId10">
              <a:alphaModFix/>
            </a:blip>
            <a:srcRect/>
            <a:stretch/>
          </p:blipFill>
          <p:spPr>
            <a:xfrm>
              <a:off x="612724" y="5851337"/>
              <a:ext cx="540000" cy="540000"/>
            </a:xfrm>
            <a:prstGeom prst="rect">
              <a:avLst/>
            </a:prstGeom>
            <a:noFill/>
            <a:ln>
              <a:noFill/>
            </a:ln>
          </p:spPr>
        </p:pic>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7</a:t>
            </a:fld>
            <a:endParaRPr>
              <a:latin typeface="Trebuchet MS"/>
              <a:ea typeface="Trebuchet MS"/>
              <a:cs typeface="Trebuchet MS"/>
              <a:sym typeface="Trebuchet MS"/>
            </a:endParaRPr>
          </a:p>
        </p:txBody>
      </p:sp>
      <p:sp>
        <p:nvSpPr>
          <p:cNvPr id="356" name="Google Shape;356;p6"/>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357" name="Google Shape;357;p6"/>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システムエンジニアの仕事に関して</a:t>
            </a:r>
            <a:endParaRPr/>
          </a:p>
        </p:txBody>
      </p:sp>
      <p:grpSp>
        <p:nvGrpSpPr>
          <p:cNvPr id="358" name="Google Shape;358;p6"/>
          <p:cNvGrpSpPr/>
          <p:nvPr/>
        </p:nvGrpSpPr>
        <p:grpSpPr>
          <a:xfrm>
            <a:off x="2371924" y="2665615"/>
            <a:ext cx="6336692" cy="3736608"/>
            <a:chOff x="2371924" y="2665615"/>
            <a:chExt cx="6336692" cy="3736608"/>
          </a:xfrm>
        </p:grpSpPr>
        <p:sp>
          <p:nvSpPr>
            <p:cNvPr id="359" name="Google Shape;359;p6"/>
            <p:cNvSpPr/>
            <p:nvPr/>
          </p:nvSpPr>
          <p:spPr>
            <a:xfrm>
              <a:off x="2371924" y="2910501"/>
              <a:ext cx="6336692" cy="3491722"/>
            </a:xfrm>
            <a:custGeom>
              <a:avLst/>
              <a:gdLst/>
              <a:ahLst/>
              <a:cxnLst/>
              <a:rect l="l" t="t" r="r" b="b"/>
              <a:pathLst>
                <a:path w="6336692" h="3491722" extrusionOk="0">
                  <a:moveTo>
                    <a:pt x="0" y="0"/>
                  </a:moveTo>
                  <a:lnTo>
                    <a:pt x="6336692" y="0"/>
                  </a:lnTo>
                  <a:lnTo>
                    <a:pt x="6336692" y="3491722"/>
                  </a:lnTo>
                  <a:lnTo>
                    <a:pt x="0" y="3491722"/>
                  </a:lnTo>
                  <a:close/>
                </a:path>
              </a:pathLst>
            </a:custGeom>
            <a:noFill/>
            <a:ln w="9525" cap="flat" cmpd="sng">
              <a:solidFill>
                <a:schemeClr val="accent1"/>
              </a:solidFill>
              <a:prstDash val="solid"/>
              <a:round/>
              <a:headEnd type="none" w="sm" len="sm"/>
              <a:tailEnd type="none" w="sm" len="sm"/>
            </a:ln>
          </p:spPr>
          <p:txBody>
            <a:bodyPr spcFirstLastPara="1" wrap="square" lIns="180000" tIns="45700" rIns="91425" bIns="45700" anchor="ctr"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360" name="Google Shape;360;p6"/>
            <p:cNvSpPr/>
            <p:nvPr/>
          </p:nvSpPr>
          <p:spPr>
            <a:xfrm>
              <a:off x="3543300" y="4667676"/>
              <a:ext cx="3182018" cy="1649513"/>
            </a:xfrm>
            <a:custGeom>
              <a:avLst/>
              <a:gdLst/>
              <a:ahLst/>
              <a:cxnLst/>
              <a:rect l="l" t="t" r="r" b="b"/>
              <a:pathLst>
                <a:path w="2945441" h="1649513" extrusionOk="0">
                  <a:moveTo>
                    <a:pt x="370290" y="0"/>
                  </a:moveTo>
                  <a:lnTo>
                    <a:pt x="2799954" y="0"/>
                  </a:lnTo>
                  <a:cubicBezTo>
                    <a:pt x="2880304" y="0"/>
                    <a:pt x="2945441" y="65137"/>
                    <a:pt x="2945441" y="145487"/>
                  </a:cubicBezTo>
                  <a:lnTo>
                    <a:pt x="2945441" y="1504026"/>
                  </a:lnTo>
                  <a:cubicBezTo>
                    <a:pt x="2945441" y="1584376"/>
                    <a:pt x="2880304" y="1649513"/>
                    <a:pt x="2799954" y="1649513"/>
                  </a:cubicBezTo>
                  <a:lnTo>
                    <a:pt x="370290" y="1649513"/>
                  </a:lnTo>
                  <a:cubicBezTo>
                    <a:pt x="289940" y="1649513"/>
                    <a:pt x="224803" y="1584376"/>
                    <a:pt x="224803" y="1504026"/>
                  </a:cubicBezTo>
                  <a:lnTo>
                    <a:pt x="224803" y="524244"/>
                  </a:lnTo>
                  <a:lnTo>
                    <a:pt x="0" y="630937"/>
                  </a:lnTo>
                  <a:lnTo>
                    <a:pt x="224803" y="400153"/>
                  </a:lnTo>
                  <a:lnTo>
                    <a:pt x="224803" y="145487"/>
                  </a:lnTo>
                  <a:cubicBezTo>
                    <a:pt x="224803" y="65137"/>
                    <a:pt x="289940" y="0"/>
                    <a:pt x="370290" y="0"/>
                  </a:cubicBezTo>
                  <a:close/>
                </a:path>
              </a:pathLst>
            </a:custGeom>
            <a:noFill/>
            <a:ln w="9525" cap="flat" cmpd="sng">
              <a:solidFill>
                <a:schemeClr val="accent1"/>
              </a:solidFill>
              <a:prstDash val="solid"/>
              <a:miter lim="800000"/>
              <a:headEnd type="none" w="sm" len="sm"/>
              <a:tailEnd type="none" w="sm" len="sm"/>
            </a:ln>
          </p:spPr>
          <p:txBody>
            <a:bodyPr spcFirstLastPara="1" wrap="square" lIns="360000"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a:solidFill>
                    <a:schemeClr val="dk1"/>
                  </a:solidFill>
                  <a:latin typeface="Trebuchet MS"/>
                  <a:ea typeface="Trebuchet MS"/>
                  <a:cs typeface="Trebuchet MS"/>
                  <a:sym typeface="Trebuchet MS"/>
                </a:rPr>
                <a:t>塩辛い料理が食べたくて、米か麺か</a:t>
              </a:r>
              <a:r>
                <a:rPr lang="ja-JP" sz="1100" b="0" i="0" u="none" strike="noStrike" cap="none" dirty="0" smtClean="0">
                  <a:solidFill>
                    <a:schemeClr val="dk1"/>
                  </a:solidFill>
                  <a:latin typeface="Trebuchet MS"/>
                  <a:ea typeface="Trebuchet MS"/>
                  <a:cs typeface="Trebuchet MS"/>
                  <a:sym typeface="Trebuchet MS"/>
                </a:rPr>
                <a:t>と</a:t>
              </a:r>
              <a:endParaRPr lang="en-US" altLang="ja-JP" sz="1100" b="0" i="0" u="none" strike="noStrike" cap="none" dirty="0" smtClean="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smtClean="0">
                  <a:solidFill>
                    <a:schemeClr val="dk1"/>
                  </a:solidFill>
                  <a:latin typeface="Trebuchet MS"/>
                  <a:ea typeface="Trebuchet MS"/>
                  <a:cs typeface="Trebuchet MS"/>
                  <a:sym typeface="Trebuchet MS"/>
                </a:rPr>
                <a:t>いえば</a:t>
              </a:r>
              <a:r>
                <a:rPr lang="ja-JP" sz="1100" b="0" i="0" u="none" strike="noStrike" cap="none" dirty="0">
                  <a:solidFill>
                    <a:schemeClr val="dk1"/>
                  </a:solidFill>
                  <a:latin typeface="Trebuchet MS"/>
                  <a:ea typeface="Trebuchet MS"/>
                  <a:cs typeface="Trebuchet MS"/>
                  <a:sym typeface="Trebuchet MS"/>
                </a:rPr>
                <a:t>米料理がいいな、肉か魚で</a:t>
              </a:r>
              <a:r>
                <a:rPr lang="ja-JP" sz="1100" b="0" i="0" u="none" strike="noStrike" cap="none" dirty="0" smtClean="0">
                  <a:solidFill>
                    <a:schemeClr val="dk1"/>
                  </a:solidFill>
                  <a:latin typeface="Trebuchet MS"/>
                  <a:ea typeface="Trebuchet MS"/>
                  <a:cs typeface="Trebuchet MS"/>
                  <a:sym typeface="Trebuchet MS"/>
                </a:rPr>
                <a:t>いえば</a:t>
              </a:r>
              <a:endParaRPr lang="en-US" altLang="ja-JP" sz="1100" b="0" i="0" u="none" strike="noStrike" cap="none" dirty="0" smtClean="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smtClean="0">
                  <a:solidFill>
                    <a:schemeClr val="dk1"/>
                  </a:solidFill>
                  <a:latin typeface="Trebuchet MS"/>
                  <a:ea typeface="Trebuchet MS"/>
                  <a:cs typeface="Trebuchet MS"/>
                  <a:sym typeface="Trebuchet MS"/>
                </a:rPr>
                <a:t>肉</a:t>
              </a:r>
              <a:r>
                <a:rPr lang="ja-JP" sz="1100" b="0" i="0" u="none" strike="noStrike" cap="none" dirty="0">
                  <a:solidFill>
                    <a:schemeClr val="dk1"/>
                  </a:solidFill>
                  <a:latin typeface="Trebuchet MS"/>
                  <a:ea typeface="Trebuchet MS"/>
                  <a:cs typeface="Trebuchet MS"/>
                  <a:sym typeface="Trebuchet MS"/>
                </a:rPr>
                <a:t>料理で、付け合わせには</a:t>
              </a:r>
              <a:r>
                <a:rPr lang="ja-JP" sz="1100" b="0" i="0" u="none" strike="noStrike" cap="none" dirty="0" smtClean="0">
                  <a:solidFill>
                    <a:schemeClr val="dk1"/>
                  </a:solidFill>
                  <a:latin typeface="Trebuchet MS"/>
                  <a:ea typeface="Trebuchet MS"/>
                  <a:cs typeface="Trebuchet MS"/>
                  <a:sym typeface="Trebuchet MS"/>
                </a:rPr>
                <a:t>ブロッコリーが</a:t>
              </a:r>
              <a:r>
                <a:rPr lang="ja-JP" sz="1100" b="0" i="0" u="none" strike="noStrike" cap="none" dirty="0">
                  <a:solidFill>
                    <a:schemeClr val="dk1"/>
                  </a:solidFill>
                  <a:latin typeface="Trebuchet MS"/>
                  <a:ea typeface="Trebuchet MS"/>
                  <a:cs typeface="Trebuchet MS"/>
                  <a:sym typeface="Trebuchet MS"/>
                </a:rPr>
                <a:t>絶対欲しい</a:t>
              </a:r>
              <a:r>
                <a:rPr lang="ja-JP" sz="1100" b="0" i="0" u="none" strike="noStrike" cap="none" dirty="0" smtClean="0">
                  <a:solidFill>
                    <a:schemeClr val="dk1"/>
                  </a:solidFill>
                  <a:latin typeface="Trebuchet MS"/>
                  <a:ea typeface="Trebuchet MS"/>
                  <a:cs typeface="Trebuchet MS"/>
                  <a:sym typeface="Trebuchet MS"/>
                </a:rPr>
                <a:t>。</a:t>
              </a:r>
              <a:endParaRPr lang="en-US" altLang="ja-JP" sz="1100" b="0" i="0" u="none" strike="noStrike" cap="none" dirty="0" smtClean="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smtClean="0">
                  <a:solidFill>
                    <a:schemeClr val="dk1"/>
                  </a:solidFill>
                  <a:latin typeface="Trebuchet MS"/>
                  <a:ea typeface="Trebuchet MS"/>
                  <a:cs typeface="Trebuchet MS"/>
                  <a:sym typeface="Trebuchet MS"/>
                </a:rPr>
                <a:t>予算</a:t>
              </a:r>
              <a:r>
                <a:rPr lang="ja-JP" sz="1100" b="0" i="0" u="none" strike="noStrike" cap="none" dirty="0">
                  <a:solidFill>
                    <a:schemeClr val="dk1"/>
                  </a:solidFill>
                  <a:latin typeface="Trebuchet MS"/>
                  <a:ea typeface="Trebuchet MS"/>
                  <a:cs typeface="Trebuchet MS"/>
                  <a:sym typeface="Trebuchet MS"/>
                </a:rPr>
                <a:t>は5,000円以内でお願いしたい。</a:t>
              </a:r>
              <a:br>
                <a:rPr lang="ja-JP" sz="1100" b="0" i="0" u="none" strike="noStrike" cap="none" dirty="0">
                  <a:solidFill>
                    <a:schemeClr val="dk1"/>
                  </a:solidFill>
                  <a:latin typeface="Trebuchet MS"/>
                  <a:ea typeface="Trebuchet MS"/>
                  <a:cs typeface="Trebuchet MS"/>
                  <a:sym typeface="Trebuchet MS"/>
                </a:rPr>
              </a:br>
              <a:r>
                <a:rPr lang="ja-JP" sz="1100" b="0" i="0" u="none" strike="noStrike" cap="none" dirty="0">
                  <a:solidFill>
                    <a:schemeClr val="dk1"/>
                  </a:solidFill>
                  <a:latin typeface="Trebuchet MS"/>
                  <a:ea typeface="Trebuchet MS"/>
                  <a:cs typeface="Trebuchet MS"/>
                  <a:sym typeface="Trebuchet MS"/>
                </a:rPr>
                <a:t>あ、食後にデザートをつけてね</a:t>
              </a:r>
              <a:r>
                <a:rPr lang="ja-JP" sz="1100" b="0" i="0" u="none" strike="noStrike" cap="none" dirty="0" smtClean="0">
                  <a:solidFill>
                    <a:schemeClr val="dk1"/>
                  </a:solidFill>
                  <a:latin typeface="Trebuchet MS"/>
                  <a:ea typeface="Trebuchet MS"/>
                  <a:cs typeface="Trebuchet MS"/>
                  <a:sym typeface="Trebuchet MS"/>
                </a:rPr>
                <a:t>。うーん</a:t>
              </a:r>
              <a:endParaRPr lang="en-US" altLang="ja-JP" sz="1100" b="0" i="0" u="none" strike="noStrike" cap="none" dirty="0" smtClean="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smtClean="0">
                  <a:solidFill>
                    <a:schemeClr val="dk1"/>
                  </a:solidFill>
                  <a:latin typeface="Trebuchet MS"/>
                  <a:ea typeface="Trebuchet MS"/>
                  <a:cs typeface="Trebuchet MS"/>
                  <a:sym typeface="Trebuchet MS"/>
                </a:rPr>
                <a:t>これ</a:t>
              </a:r>
              <a:r>
                <a:rPr lang="ja-JP" sz="1100" b="0" i="0" u="none" strike="noStrike" cap="none" dirty="0">
                  <a:solidFill>
                    <a:schemeClr val="dk1"/>
                  </a:solidFill>
                  <a:latin typeface="Trebuchet MS"/>
                  <a:ea typeface="Trebuchet MS"/>
                  <a:cs typeface="Trebuchet MS"/>
                  <a:sym typeface="Trebuchet MS"/>
                </a:rPr>
                <a:t>だけじゃちょっと物足りないかな</a:t>
              </a:r>
              <a:r>
                <a:rPr lang="ja-JP" sz="1100" b="0" i="0" u="none" strike="noStrike" cap="none" dirty="0" smtClean="0">
                  <a:solidFill>
                    <a:schemeClr val="dk1"/>
                  </a:solidFill>
                  <a:latin typeface="Trebuchet MS"/>
                  <a:ea typeface="Trebuchet MS"/>
                  <a:cs typeface="Trebuchet MS"/>
                  <a:sym typeface="Trebuchet MS"/>
                </a:rPr>
                <a:t>？</a:t>
              </a:r>
              <a:endParaRPr lang="en-US" altLang="ja-JP" sz="1100" b="0" i="0" u="none" strike="noStrike" cap="none" dirty="0" smtClean="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rgbClr val="000000"/>
                </a:buClr>
                <a:buSzPts val="1800"/>
                <a:buFont typeface="Arial"/>
                <a:buNone/>
              </a:pPr>
              <a:r>
                <a:rPr lang="ja-JP" sz="1100" b="0" i="0" u="none" strike="noStrike" cap="none" dirty="0" smtClean="0">
                  <a:solidFill>
                    <a:schemeClr val="dk1"/>
                  </a:solidFill>
                  <a:latin typeface="Trebuchet MS"/>
                  <a:ea typeface="Trebuchet MS"/>
                  <a:cs typeface="Trebuchet MS"/>
                  <a:sym typeface="Trebuchet MS"/>
                </a:rPr>
                <a:t>なんか</a:t>
              </a:r>
              <a:r>
                <a:rPr lang="ja-JP" sz="1100" b="0" i="0" u="none" strike="noStrike" cap="none" dirty="0">
                  <a:solidFill>
                    <a:schemeClr val="dk1"/>
                  </a:solidFill>
                  <a:latin typeface="Trebuchet MS"/>
                  <a:ea typeface="Trebuchet MS"/>
                  <a:cs typeface="Trebuchet MS"/>
                  <a:sym typeface="Trebuchet MS"/>
                </a:rPr>
                <a:t>他にいいのある？</a:t>
              </a:r>
              <a:endParaRPr sz="1100" dirty="0">
                <a:solidFill>
                  <a:schemeClr val="dk1"/>
                </a:solidFill>
                <a:latin typeface="Trebuchet MS"/>
                <a:ea typeface="Trebuchet MS"/>
                <a:cs typeface="Trebuchet MS"/>
                <a:sym typeface="Trebuchet MS"/>
              </a:endParaRPr>
            </a:p>
          </p:txBody>
        </p:sp>
        <p:sp>
          <p:nvSpPr>
            <p:cNvPr id="361" name="Google Shape;361;p6"/>
            <p:cNvSpPr txBox="1"/>
            <p:nvPr/>
          </p:nvSpPr>
          <p:spPr>
            <a:xfrm>
              <a:off x="2632835" y="2665615"/>
              <a:ext cx="1889290" cy="540000"/>
            </a:xfrm>
            <a:prstGeom prst="rect">
              <a:avLst/>
            </a:prstGeom>
            <a:solidFill>
              <a:schemeClr val="lt1"/>
            </a:solidFill>
            <a:ln>
              <a:noFill/>
            </a:ln>
          </p:spPr>
          <p:txBody>
            <a:bodyPr spcFirstLastPara="1" wrap="square" lIns="612000" tIns="45700" rIns="91425" bIns="45700" anchor="ctr" anchorCtr="0">
              <a:noAutofit/>
            </a:bodyPr>
            <a:lstStyle/>
            <a:p>
              <a:pPr marL="0" marR="0" lvl="0" indent="0" algn="l" rtl="0">
                <a:spcBef>
                  <a:spcPts val="0"/>
                </a:spcBef>
                <a:spcAft>
                  <a:spcPts val="0"/>
                </a:spcAft>
                <a:buNone/>
              </a:pPr>
              <a:r>
                <a:rPr lang="ja-JP" sz="1800" b="0" i="0" u="none" strike="noStrike" cap="none">
                  <a:solidFill>
                    <a:schemeClr val="dk1"/>
                  </a:solidFill>
                  <a:latin typeface="Trebuchet MS"/>
                  <a:ea typeface="Trebuchet MS"/>
                  <a:cs typeface="Trebuchet MS"/>
                  <a:sym typeface="Trebuchet MS"/>
                </a:rPr>
                <a:t>大事なこと</a:t>
              </a:r>
              <a:endParaRPr sz="1800">
                <a:solidFill>
                  <a:schemeClr val="dk1"/>
                </a:solidFill>
                <a:latin typeface="Trebuchet MS"/>
                <a:ea typeface="Trebuchet MS"/>
                <a:cs typeface="Trebuchet MS"/>
                <a:sym typeface="Trebuchet MS"/>
              </a:endParaRPr>
            </a:p>
          </p:txBody>
        </p:sp>
        <p:pic>
          <p:nvPicPr>
            <p:cNvPr id="362" name="Google Shape;362;p6" descr="コメント: 重要 単色塗りつぶし"/>
            <p:cNvPicPr preferRelativeResize="0"/>
            <p:nvPr/>
          </p:nvPicPr>
          <p:blipFill rotWithShape="1">
            <a:blip r:embed="rId3">
              <a:alphaModFix/>
            </a:blip>
            <a:srcRect/>
            <a:stretch/>
          </p:blipFill>
          <p:spPr>
            <a:xfrm>
              <a:off x="2632834" y="2665615"/>
              <a:ext cx="540000" cy="540000"/>
            </a:xfrm>
            <a:prstGeom prst="rect">
              <a:avLst/>
            </a:prstGeom>
            <a:noFill/>
            <a:ln>
              <a:noFill/>
            </a:ln>
          </p:spPr>
        </p:pic>
        <p:sp>
          <p:nvSpPr>
            <p:cNvPr id="363" name="Google Shape;363;p6"/>
            <p:cNvSpPr txBox="1"/>
            <p:nvPr/>
          </p:nvSpPr>
          <p:spPr>
            <a:xfrm>
              <a:off x="3016306" y="3325873"/>
              <a:ext cx="2874647" cy="654768"/>
            </a:xfrm>
            <a:prstGeom prst="rect">
              <a:avLst/>
            </a:prstGeom>
            <a:noFill/>
            <a:ln>
              <a:noFill/>
            </a:ln>
          </p:spPr>
          <p:txBody>
            <a:bodyPr spcFirstLastPara="1" wrap="square" lIns="108000" tIns="45700" rIns="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400" i="0" strike="noStrike" cap="none" dirty="0">
                  <a:solidFill>
                    <a:schemeClr val="accent1"/>
                  </a:solidFill>
                  <a:latin typeface="Trebuchet MS"/>
                  <a:ea typeface="Trebuchet MS"/>
                  <a:cs typeface="Trebuchet MS"/>
                  <a:sym typeface="Trebuchet MS"/>
                </a:rPr>
                <a:t>後の工程での作業に関する見識</a:t>
              </a:r>
              <a:endParaRPr dirty="0"/>
            </a:p>
            <a:p>
              <a:pPr marL="0" marR="0" lvl="0" indent="0" algn="l" rtl="0">
                <a:lnSpc>
                  <a:spcPct val="100000"/>
                </a:lnSpc>
                <a:spcBef>
                  <a:spcPts val="0"/>
                </a:spcBef>
                <a:spcAft>
                  <a:spcPts val="0"/>
                </a:spcAft>
                <a:buClr>
                  <a:srgbClr val="000000"/>
                </a:buClr>
                <a:buSzPts val="1800"/>
                <a:buFont typeface="Arial"/>
                <a:buNone/>
              </a:pPr>
              <a:r>
                <a:rPr lang="ja-JP" sz="1400" b="0" i="0" u="none" strike="noStrike" cap="none" dirty="0">
                  <a:solidFill>
                    <a:schemeClr val="dk1"/>
                  </a:solidFill>
                  <a:latin typeface="Trebuchet MS"/>
                  <a:ea typeface="Trebuchet MS"/>
                  <a:cs typeface="Trebuchet MS"/>
                  <a:sym typeface="Trebuchet MS"/>
                </a:rPr>
                <a:t>野菜の切り方が分からない人が、</a:t>
              </a:r>
              <a:br>
                <a:rPr lang="ja-JP" sz="1400" b="0" i="0" u="none" strike="noStrike" cap="none" dirty="0">
                  <a:solidFill>
                    <a:schemeClr val="dk1"/>
                  </a:solidFill>
                  <a:latin typeface="Trebuchet MS"/>
                  <a:ea typeface="Trebuchet MS"/>
                  <a:cs typeface="Trebuchet MS"/>
                  <a:sym typeface="Trebuchet MS"/>
                </a:rPr>
              </a:br>
              <a:r>
                <a:rPr lang="ja-JP" sz="1400" b="0" i="0" u="none" strike="noStrike" cap="none" dirty="0">
                  <a:solidFill>
                    <a:schemeClr val="dk1"/>
                  </a:solidFill>
                  <a:latin typeface="Trebuchet MS"/>
                  <a:ea typeface="Trebuchet MS"/>
                  <a:cs typeface="Trebuchet MS"/>
                  <a:sym typeface="Trebuchet MS"/>
                </a:rPr>
                <a:t>レシピをつくることができる</a:t>
              </a:r>
              <a:r>
                <a:rPr lang="ja-JP" sz="1400" b="0" i="0" u="none" strike="noStrike" cap="none" dirty="0" smtClean="0">
                  <a:solidFill>
                    <a:schemeClr val="dk1"/>
                  </a:solidFill>
                  <a:latin typeface="Trebuchet MS"/>
                  <a:ea typeface="Trebuchet MS"/>
                  <a:cs typeface="Trebuchet MS"/>
                  <a:sym typeface="Trebuchet MS"/>
                </a:rPr>
                <a:t>か</a:t>
              </a:r>
              <a:r>
                <a:rPr lang="ja-JP" altLang="en-US" sz="1400" b="0" i="0" u="none" strike="noStrike" cap="none" dirty="0" smtClean="0">
                  <a:solidFill>
                    <a:schemeClr val="dk1"/>
                  </a:solidFill>
                  <a:latin typeface="Trebuchet MS"/>
                  <a:ea typeface="Trebuchet MS"/>
                  <a:cs typeface="Trebuchet MS"/>
                  <a:sym typeface="Trebuchet MS"/>
                </a:rPr>
                <a:t>？</a:t>
              </a:r>
              <a:endParaRPr lang="en-US" altLang="ja-JP" sz="1400" b="0" i="0" u="none" strike="noStrike" cap="none" dirty="0" smtClean="0">
                <a:solidFill>
                  <a:schemeClr val="dk1"/>
                </a:solidFill>
                <a:latin typeface="Trebuchet MS"/>
                <a:ea typeface="Trebuchet MS"/>
                <a:cs typeface="Trebuchet MS"/>
                <a:sym typeface="Trebuchet MS"/>
              </a:endParaRPr>
            </a:p>
          </p:txBody>
        </p:sp>
        <p:pic>
          <p:nvPicPr>
            <p:cNvPr id="364" name="Google Shape;364;p6" descr="メンタル ヘルス 単色塗りつぶし"/>
            <p:cNvPicPr preferRelativeResize="0"/>
            <p:nvPr/>
          </p:nvPicPr>
          <p:blipFill rotWithShape="1">
            <a:blip r:embed="rId4">
              <a:alphaModFix/>
            </a:blip>
            <a:srcRect/>
            <a:stretch/>
          </p:blipFill>
          <p:spPr>
            <a:xfrm>
              <a:off x="2575458" y="3437257"/>
              <a:ext cx="432000" cy="432000"/>
            </a:xfrm>
            <a:prstGeom prst="rect">
              <a:avLst/>
            </a:prstGeom>
            <a:noFill/>
            <a:ln>
              <a:noFill/>
            </a:ln>
          </p:spPr>
        </p:pic>
        <p:sp>
          <p:nvSpPr>
            <p:cNvPr id="365" name="Google Shape;365;p6"/>
            <p:cNvSpPr/>
            <p:nvPr/>
          </p:nvSpPr>
          <p:spPr>
            <a:xfrm>
              <a:off x="2476866" y="3205615"/>
              <a:ext cx="180000" cy="180000"/>
            </a:xfrm>
            <a:prstGeom prst="ellipse">
              <a:avLst/>
            </a:prstGeom>
            <a:solidFill>
              <a:schemeClr val="lt1"/>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200">
                  <a:solidFill>
                    <a:schemeClr val="accent1"/>
                  </a:solidFill>
                  <a:latin typeface="Trebuchet MS"/>
                  <a:ea typeface="Trebuchet MS"/>
                  <a:cs typeface="Trebuchet MS"/>
                  <a:sym typeface="Trebuchet MS"/>
                </a:rPr>
                <a:t>1</a:t>
              </a:r>
              <a:endParaRPr sz="1200">
                <a:solidFill>
                  <a:schemeClr val="accent1"/>
                </a:solidFill>
                <a:latin typeface="Trebuchet MS"/>
                <a:ea typeface="Trebuchet MS"/>
                <a:cs typeface="Trebuchet MS"/>
                <a:sym typeface="Trebuchet MS"/>
              </a:endParaRPr>
            </a:p>
          </p:txBody>
        </p:sp>
        <p:cxnSp>
          <p:nvCxnSpPr>
            <p:cNvPr id="366" name="Google Shape;366;p6"/>
            <p:cNvCxnSpPr/>
            <p:nvPr/>
          </p:nvCxnSpPr>
          <p:spPr>
            <a:xfrm>
              <a:off x="3029626" y="3325873"/>
              <a:ext cx="0" cy="654768"/>
            </a:xfrm>
            <a:prstGeom prst="straightConnector1">
              <a:avLst/>
            </a:prstGeom>
            <a:noFill/>
            <a:ln w="38100" cap="flat" cmpd="sng">
              <a:solidFill>
                <a:schemeClr val="accent1"/>
              </a:solidFill>
              <a:prstDash val="solid"/>
              <a:miter lim="800000"/>
              <a:headEnd type="none" w="sm" len="sm"/>
              <a:tailEnd type="none" w="sm" len="sm"/>
            </a:ln>
          </p:spPr>
        </p:cxnSp>
        <p:pic>
          <p:nvPicPr>
            <p:cNvPr id="367" name="Google Shape;367;p6" descr="ユーザー 単色塗りつぶし"/>
            <p:cNvPicPr preferRelativeResize="0"/>
            <p:nvPr/>
          </p:nvPicPr>
          <p:blipFill rotWithShape="1">
            <a:blip r:embed="rId5">
              <a:alphaModFix/>
            </a:blip>
            <a:srcRect/>
            <a:stretch/>
          </p:blipFill>
          <p:spPr>
            <a:xfrm>
              <a:off x="3261751" y="5281553"/>
              <a:ext cx="432000" cy="432000"/>
            </a:xfrm>
            <a:prstGeom prst="rect">
              <a:avLst/>
            </a:prstGeom>
            <a:noFill/>
            <a:ln>
              <a:noFill/>
            </a:ln>
          </p:spPr>
        </p:pic>
        <p:sp>
          <p:nvSpPr>
            <p:cNvPr id="368" name="Google Shape;368;p6"/>
            <p:cNvSpPr txBox="1"/>
            <p:nvPr/>
          </p:nvSpPr>
          <p:spPr>
            <a:xfrm>
              <a:off x="3167408" y="5713553"/>
              <a:ext cx="620685" cy="227919"/>
            </a:xfrm>
            <a:prstGeom prst="rect">
              <a:avLst/>
            </a:prstGeom>
            <a:solidFill>
              <a:schemeClr val="lt1"/>
            </a:solid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400" i="0" u="none" strike="noStrike" cap="none">
                  <a:solidFill>
                    <a:schemeClr val="dk1"/>
                  </a:solidFill>
                  <a:latin typeface="Trebuchet MS"/>
                  <a:ea typeface="Trebuchet MS"/>
                  <a:cs typeface="Trebuchet MS"/>
                  <a:sym typeface="Trebuchet MS"/>
                </a:rPr>
                <a:t>お客</a:t>
              </a:r>
              <a:r>
                <a:rPr lang="ja-JP" sz="1400">
                  <a:solidFill>
                    <a:schemeClr val="dk1"/>
                  </a:solidFill>
                  <a:latin typeface="Trebuchet MS"/>
                  <a:ea typeface="Trebuchet MS"/>
                  <a:cs typeface="Trebuchet MS"/>
                  <a:sym typeface="Trebuchet MS"/>
                </a:rPr>
                <a:t>様</a:t>
              </a:r>
              <a:endParaRPr sz="1400" i="0" u="none" strike="noStrike" cap="none">
                <a:solidFill>
                  <a:schemeClr val="dk1"/>
                </a:solidFill>
                <a:latin typeface="Meiryo"/>
                <a:ea typeface="Meiryo"/>
                <a:cs typeface="Meiryo"/>
                <a:sym typeface="Meiryo"/>
              </a:endParaRPr>
            </a:p>
          </p:txBody>
        </p:sp>
        <p:sp>
          <p:nvSpPr>
            <p:cNvPr id="369" name="Google Shape;369;p6"/>
            <p:cNvSpPr/>
            <p:nvPr/>
          </p:nvSpPr>
          <p:spPr>
            <a:xfrm rot="10800000" flipH="1">
              <a:off x="6763742" y="5171950"/>
              <a:ext cx="184267" cy="640967"/>
            </a:xfrm>
            <a:prstGeom prst="homePlate">
              <a:avLst>
                <a:gd name="adj" fmla="val 100000"/>
              </a:avLst>
            </a:prstGeom>
            <a:solidFill>
              <a:srgbClr val="5A9BD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370" name="Google Shape;370;p6"/>
            <p:cNvSpPr txBox="1"/>
            <p:nvPr/>
          </p:nvSpPr>
          <p:spPr>
            <a:xfrm>
              <a:off x="6948050" y="4667676"/>
              <a:ext cx="1751718" cy="1649513"/>
            </a:xfrm>
            <a:prstGeom prst="rect">
              <a:avLst/>
            </a:prstGeom>
            <a:noFill/>
            <a:ln>
              <a:noFill/>
            </a:ln>
          </p:spPr>
          <p:txBody>
            <a:bodyPr spcFirstLastPara="1" wrap="square" lIns="144000" tIns="72000" rIns="144000" bIns="720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400" i="0" u="none" strike="noStrike" cap="none">
                  <a:solidFill>
                    <a:srgbClr val="FF0000"/>
                  </a:solidFill>
                  <a:latin typeface="Trebuchet MS"/>
                  <a:ea typeface="Trebuchet MS"/>
                  <a:cs typeface="Trebuchet MS"/>
                  <a:sym typeface="Trebuchet MS"/>
                </a:rPr>
                <a:t>お客</a:t>
              </a:r>
              <a:r>
                <a:rPr lang="ja-JP" sz="1400">
                  <a:solidFill>
                    <a:srgbClr val="FF0000"/>
                  </a:solidFill>
                  <a:latin typeface="Trebuchet MS"/>
                  <a:ea typeface="Trebuchet MS"/>
                  <a:cs typeface="Trebuchet MS"/>
                  <a:sym typeface="Trebuchet MS"/>
                </a:rPr>
                <a:t>様</a:t>
              </a:r>
              <a:r>
                <a:rPr lang="ja-JP" sz="1400" i="0" u="none" strike="noStrike" cap="none">
                  <a:solidFill>
                    <a:srgbClr val="FF0000"/>
                  </a:solidFill>
                  <a:latin typeface="Trebuchet MS"/>
                  <a:ea typeface="Trebuchet MS"/>
                  <a:cs typeface="Trebuchet MS"/>
                  <a:sym typeface="Trebuchet MS"/>
                </a:rPr>
                <a:t>が満足するレシピは？？？</a:t>
              </a:r>
              <a:endParaRPr sz="1400" i="0" u="none" strike="noStrike" cap="none">
                <a:solidFill>
                  <a:srgbClr val="FF0000"/>
                </a:solidFill>
                <a:latin typeface="Trebuchet MS"/>
                <a:ea typeface="Trebuchet MS"/>
                <a:cs typeface="Trebuchet MS"/>
                <a:sym typeface="Trebuchet MS"/>
              </a:endParaRPr>
            </a:p>
          </p:txBody>
        </p:sp>
        <p:sp>
          <p:nvSpPr>
            <p:cNvPr id="371" name="Google Shape;371;p6"/>
            <p:cNvSpPr txBox="1"/>
            <p:nvPr/>
          </p:nvSpPr>
          <p:spPr>
            <a:xfrm>
              <a:off x="3016306" y="4184131"/>
              <a:ext cx="5692310" cy="432000"/>
            </a:xfrm>
            <a:prstGeom prst="rect">
              <a:avLst/>
            </a:prstGeom>
            <a:noFill/>
            <a:ln>
              <a:noFill/>
            </a:ln>
          </p:spPr>
          <p:txBody>
            <a:bodyPr spcFirstLastPara="1" wrap="square" lIns="108000" tIns="45700" rIns="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ja-JP" sz="1400" i="0" strike="noStrike" cap="none">
                  <a:solidFill>
                    <a:schemeClr val="accent1"/>
                  </a:solidFill>
                  <a:latin typeface="Trebuchet MS"/>
                  <a:ea typeface="Trebuchet MS"/>
                  <a:cs typeface="Trebuchet MS"/>
                  <a:sym typeface="Trebuchet MS"/>
                </a:rPr>
                <a:t>コミュニケーション能力</a:t>
              </a:r>
              <a:endParaRPr/>
            </a:p>
            <a:p>
              <a:pPr marL="0" marR="0" lvl="0" indent="0" algn="l" rtl="0">
                <a:lnSpc>
                  <a:spcPct val="100000"/>
                </a:lnSpc>
                <a:spcBef>
                  <a:spcPts val="0"/>
                </a:spcBef>
                <a:spcAft>
                  <a:spcPts val="0"/>
                </a:spcAft>
                <a:buClr>
                  <a:srgbClr val="000000"/>
                </a:buClr>
                <a:buSzPts val="1800"/>
                <a:buFont typeface="Arial"/>
                <a:buNone/>
              </a:pPr>
              <a:r>
                <a:rPr lang="ja-JP" sz="1400" b="0" i="0" u="none" strike="noStrike" cap="none">
                  <a:solidFill>
                    <a:schemeClr val="dk1"/>
                  </a:solidFill>
                  <a:latin typeface="Trebuchet MS"/>
                  <a:ea typeface="Trebuchet MS"/>
                  <a:cs typeface="Trebuchet MS"/>
                  <a:sym typeface="Trebuchet MS"/>
                </a:rPr>
                <a:t>どんな料理を食べたいか聞きだす</a:t>
              </a:r>
              <a:endParaRPr/>
            </a:p>
          </p:txBody>
        </p:sp>
        <p:pic>
          <p:nvPicPr>
            <p:cNvPr id="372" name="Google Shape;372;p6" descr="チャット 単色塗りつぶし"/>
            <p:cNvPicPr preferRelativeResize="0"/>
            <p:nvPr/>
          </p:nvPicPr>
          <p:blipFill rotWithShape="1">
            <a:blip r:embed="rId6">
              <a:alphaModFix/>
            </a:blip>
            <a:srcRect/>
            <a:stretch/>
          </p:blipFill>
          <p:spPr>
            <a:xfrm>
              <a:off x="2575458" y="4184131"/>
              <a:ext cx="432000" cy="432000"/>
            </a:xfrm>
            <a:prstGeom prst="rect">
              <a:avLst/>
            </a:prstGeom>
            <a:noFill/>
            <a:ln>
              <a:noFill/>
            </a:ln>
          </p:spPr>
        </p:pic>
        <p:sp>
          <p:nvSpPr>
            <p:cNvPr id="373" name="Google Shape;373;p6"/>
            <p:cNvSpPr/>
            <p:nvPr/>
          </p:nvSpPr>
          <p:spPr>
            <a:xfrm>
              <a:off x="2476866" y="4063873"/>
              <a:ext cx="180000" cy="180000"/>
            </a:xfrm>
            <a:prstGeom prst="ellipse">
              <a:avLst/>
            </a:prstGeom>
            <a:solidFill>
              <a:schemeClr val="lt1"/>
            </a:soli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200">
                  <a:solidFill>
                    <a:schemeClr val="accent1"/>
                  </a:solidFill>
                  <a:latin typeface="Trebuchet MS"/>
                  <a:ea typeface="Trebuchet MS"/>
                  <a:cs typeface="Trebuchet MS"/>
                  <a:sym typeface="Trebuchet MS"/>
                </a:rPr>
                <a:t>2</a:t>
              </a:r>
              <a:endParaRPr sz="1200">
                <a:solidFill>
                  <a:schemeClr val="accent1"/>
                </a:solidFill>
                <a:latin typeface="Trebuchet MS"/>
                <a:ea typeface="Trebuchet MS"/>
                <a:cs typeface="Trebuchet MS"/>
                <a:sym typeface="Trebuchet MS"/>
              </a:endParaRPr>
            </a:p>
          </p:txBody>
        </p:sp>
        <p:cxnSp>
          <p:nvCxnSpPr>
            <p:cNvPr id="374" name="Google Shape;374;p6"/>
            <p:cNvCxnSpPr/>
            <p:nvPr/>
          </p:nvCxnSpPr>
          <p:spPr>
            <a:xfrm>
              <a:off x="3029626" y="4184131"/>
              <a:ext cx="0" cy="2133059"/>
            </a:xfrm>
            <a:prstGeom prst="straightConnector1">
              <a:avLst/>
            </a:prstGeom>
            <a:noFill/>
            <a:ln w="38100" cap="flat" cmpd="sng">
              <a:solidFill>
                <a:schemeClr val="accent1"/>
              </a:solidFill>
              <a:prstDash val="solid"/>
              <a:miter lim="800000"/>
              <a:headEnd type="none" w="sm" len="sm"/>
              <a:tailEnd type="none" w="sm" len="sm"/>
            </a:ln>
          </p:spPr>
        </p:cxnSp>
        <p:sp>
          <p:nvSpPr>
            <p:cNvPr id="375" name="Google Shape;375;p6"/>
            <p:cNvSpPr/>
            <p:nvPr/>
          </p:nvSpPr>
          <p:spPr>
            <a:xfrm>
              <a:off x="6206836" y="3276837"/>
              <a:ext cx="2425432" cy="703804"/>
            </a:xfrm>
            <a:prstGeom prst="wedgeRoundRectCallout">
              <a:avLst>
                <a:gd name="adj1" fmla="val -65366"/>
                <a:gd name="adj2" fmla="val -18377"/>
                <a:gd name="adj3" fmla="val 16667"/>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ja-JP" sz="1200" b="0" i="0" u="none" strike="noStrike" cap="none">
                  <a:solidFill>
                    <a:schemeClr val="dk1"/>
                  </a:solidFill>
                  <a:latin typeface="Trebuchet MS"/>
                  <a:ea typeface="Trebuchet MS"/>
                  <a:cs typeface="Trebuchet MS"/>
                  <a:sym typeface="Trebuchet MS"/>
                </a:rPr>
                <a:t>上流工程に携わる人でも、</a:t>
              </a:r>
              <a:endParaRPr/>
            </a:p>
            <a:p>
              <a:pPr marL="0" marR="0" lvl="0" indent="0" algn="l" rtl="0">
                <a:lnSpc>
                  <a:spcPct val="100000"/>
                </a:lnSpc>
                <a:spcBef>
                  <a:spcPts val="0"/>
                </a:spcBef>
                <a:spcAft>
                  <a:spcPts val="0"/>
                </a:spcAft>
                <a:buClr>
                  <a:srgbClr val="000000"/>
                </a:buClr>
                <a:buSzPts val="1600"/>
                <a:buFont typeface="Arial"/>
                <a:buNone/>
              </a:pPr>
              <a:r>
                <a:rPr lang="ja-JP" sz="1200" b="0" i="0" u="none" strike="noStrike" cap="none">
                  <a:solidFill>
                    <a:schemeClr val="dk1"/>
                  </a:solidFill>
                  <a:latin typeface="Trebuchet MS"/>
                  <a:ea typeface="Trebuchet MS"/>
                  <a:cs typeface="Trebuchet MS"/>
                  <a:sym typeface="Trebuchet MS"/>
                </a:rPr>
                <a:t>KCCSの新入社員研修でまずは</a:t>
              </a:r>
              <a:br>
                <a:rPr lang="ja-JP" sz="1200" b="0" i="0" u="none" strike="noStrike" cap="none">
                  <a:solidFill>
                    <a:schemeClr val="dk1"/>
                  </a:solidFill>
                  <a:latin typeface="Trebuchet MS"/>
                  <a:ea typeface="Trebuchet MS"/>
                  <a:cs typeface="Trebuchet MS"/>
                  <a:sym typeface="Trebuchet MS"/>
                </a:rPr>
              </a:br>
              <a:r>
                <a:rPr lang="ja-JP" sz="1200" b="0" i="0" u="none" strike="noStrike" cap="none">
                  <a:solidFill>
                    <a:schemeClr val="dk1"/>
                  </a:solidFill>
                  <a:latin typeface="Trebuchet MS"/>
                  <a:ea typeface="Trebuchet MS"/>
                  <a:cs typeface="Trebuchet MS"/>
                  <a:sym typeface="Trebuchet MS"/>
                </a:rPr>
                <a:t>プログラミングの勉強をします</a:t>
              </a:r>
              <a:endParaRPr/>
            </a:p>
          </p:txBody>
        </p:sp>
      </p:grpSp>
      <p:grpSp>
        <p:nvGrpSpPr>
          <p:cNvPr id="376" name="Google Shape;376;p6"/>
          <p:cNvGrpSpPr/>
          <p:nvPr/>
        </p:nvGrpSpPr>
        <p:grpSpPr>
          <a:xfrm>
            <a:off x="384175" y="881398"/>
            <a:ext cx="8324441" cy="5674573"/>
            <a:chOff x="384175" y="881398"/>
            <a:chExt cx="8324441" cy="5674573"/>
          </a:xfrm>
        </p:grpSpPr>
        <p:sp>
          <p:nvSpPr>
            <p:cNvPr id="377" name="Google Shape;377;p6"/>
            <p:cNvSpPr txBox="1"/>
            <p:nvPr/>
          </p:nvSpPr>
          <p:spPr>
            <a:xfrm>
              <a:off x="2371924" y="926925"/>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お客様の要望や問題を見つけ改善</a:t>
              </a:r>
              <a:r>
                <a:rPr lang="ja-JP" sz="1600">
                  <a:solidFill>
                    <a:srgbClr val="FF0000"/>
                  </a:solidFill>
                  <a:latin typeface="Trebuchet MS"/>
                  <a:ea typeface="Trebuchet MS"/>
                  <a:cs typeface="Trebuchet MS"/>
                  <a:sym typeface="Trebuchet MS"/>
                </a:rPr>
                <a:t>提案</a:t>
              </a:r>
              <a:r>
                <a:rPr lang="ja-JP" sz="1600">
                  <a:solidFill>
                    <a:schemeClr val="dk1"/>
                  </a:solidFill>
                  <a:latin typeface="Trebuchet MS"/>
                  <a:ea typeface="Trebuchet MS"/>
                  <a:cs typeface="Trebuchet MS"/>
                  <a:sym typeface="Trebuchet MS"/>
                </a:rPr>
                <a:t>を行います</a:t>
              </a:r>
              <a:endParaRPr/>
            </a:p>
          </p:txBody>
        </p:sp>
        <p:sp>
          <p:nvSpPr>
            <p:cNvPr id="378" name="Google Shape;378;p6"/>
            <p:cNvSpPr/>
            <p:nvPr/>
          </p:nvSpPr>
          <p:spPr>
            <a:xfrm>
              <a:off x="444232" y="1165425"/>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sp>
          <p:nvSpPr>
            <p:cNvPr id="379" name="Google Shape;379;p6"/>
            <p:cNvSpPr txBox="1"/>
            <p:nvPr/>
          </p:nvSpPr>
          <p:spPr>
            <a:xfrm>
              <a:off x="1152724" y="92692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提案</a:t>
              </a:r>
              <a:endParaRPr/>
            </a:p>
          </p:txBody>
        </p:sp>
        <p:sp>
          <p:nvSpPr>
            <p:cNvPr id="380" name="Google Shape;380;p6"/>
            <p:cNvSpPr txBox="1"/>
            <p:nvPr/>
          </p:nvSpPr>
          <p:spPr>
            <a:xfrm>
              <a:off x="1152724" y="162527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chemeClr val="dk1"/>
                  </a:solidFill>
                  <a:latin typeface="Trebuchet MS"/>
                  <a:ea typeface="Trebuchet MS"/>
                  <a:cs typeface="Trebuchet MS"/>
                  <a:sym typeface="Trebuchet MS"/>
                </a:rPr>
                <a:t>要件定義</a:t>
              </a:r>
              <a:endParaRPr/>
            </a:p>
          </p:txBody>
        </p:sp>
        <p:sp>
          <p:nvSpPr>
            <p:cNvPr id="381" name="Google Shape;381;p6"/>
            <p:cNvSpPr txBox="1"/>
            <p:nvPr/>
          </p:nvSpPr>
          <p:spPr>
            <a:xfrm>
              <a:off x="2371924" y="1630729"/>
              <a:ext cx="6336692" cy="612000"/>
            </a:xfrm>
            <a:prstGeom prst="rect">
              <a:avLst/>
            </a:prstGeom>
            <a:noFill/>
            <a:ln>
              <a:noFill/>
            </a:ln>
          </p:spPr>
          <p:txBody>
            <a:bodyPr spcFirstLastPara="1" wrap="square" lIns="180000" tIns="45700" rIns="91425" bIns="45700" anchor="ctr" anchorCtr="0">
              <a:noAutofit/>
            </a:bodyPr>
            <a:lstStyle/>
            <a:p>
              <a:pPr marL="0" marR="0" lvl="0" indent="0" algn="l" rtl="0">
                <a:spcBef>
                  <a:spcPts val="0"/>
                </a:spcBef>
                <a:spcAft>
                  <a:spcPts val="0"/>
                </a:spcAft>
                <a:buNone/>
              </a:pPr>
              <a:r>
                <a:rPr lang="ja-JP" sz="1600" b="0" i="0" u="none" strike="noStrike" cap="none">
                  <a:solidFill>
                    <a:schemeClr val="dk1"/>
                  </a:solidFill>
                  <a:latin typeface="Trebuchet MS"/>
                  <a:ea typeface="Trebuchet MS"/>
                  <a:cs typeface="Trebuchet MS"/>
                  <a:sym typeface="Trebuchet MS"/>
                </a:rPr>
                <a:t>課題解決の具体的方法や新</a:t>
              </a:r>
              <a:r>
                <a:rPr lang="ja-JP" sz="1600" b="0" i="0" u="none" strike="noStrike" cap="none">
                  <a:solidFill>
                    <a:srgbClr val="FF0000"/>
                  </a:solidFill>
                  <a:latin typeface="Trebuchet MS"/>
                  <a:ea typeface="Trebuchet MS"/>
                  <a:cs typeface="Trebuchet MS"/>
                  <a:sym typeface="Trebuchet MS"/>
                </a:rPr>
                <a:t>業務の設計</a:t>
              </a:r>
              <a:r>
                <a:rPr lang="ja-JP" sz="1600" b="0" i="0" u="none" strike="noStrike" cap="none">
                  <a:solidFill>
                    <a:schemeClr val="dk1"/>
                  </a:solidFill>
                  <a:latin typeface="Trebuchet MS"/>
                  <a:ea typeface="Trebuchet MS"/>
                  <a:cs typeface="Trebuchet MS"/>
                  <a:sym typeface="Trebuchet MS"/>
                </a:rPr>
                <a:t>をします</a:t>
              </a:r>
              <a:endParaRPr sz="1600">
                <a:solidFill>
                  <a:schemeClr val="dk1"/>
                </a:solidFill>
                <a:latin typeface="Trebuchet MS"/>
                <a:ea typeface="Trebuchet MS"/>
                <a:cs typeface="Trebuchet MS"/>
                <a:sym typeface="Trebuchet MS"/>
              </a:endParaRPr>
            </a:p>
          </p:txBody>
        </p:sp>
        <p:cxnSp>
          <p:nvCxnSpPr>
            <p:cNvPr id="382" name="Google Shape;382;p6"/>
            <p:cNvCxnSpPr/>
            <p:nvPr/>
          </p:nvCxnSpPr>
          <p:spPr>
            <a:xfrm>
              <a:off x="2371924" y="926925"/>
              <a:ext cx="0" cy="612000"/>
            </a:xfrm>
            <a:prstGeom prst="straightConnector1">
              <a:avLst/>
            </a:prstGeom>
            <a:noFill/>
            <a:ln w="38100" cap="flat" cmpd="sng">
              <a:solidFill>
                <a:schemeClr val="accent1"/>
              </a:solidFill>
              <a:prstDash val="solid"/>
              <a:miter lim="800000"/>
              <a:headEnd type="none" w="sm" len="sm"/>
              <a:tailEnd type="none" w="sm" len="sm"/>
            </a:ln>
          </p:spPr>
        </p:cxnSp>
        <p:cxnSp>
          <p:nvCxnSpPr>
            <p:cNvPr id="383" name="Google Shape;383;p6"/>
            <p:cNvCxnSpPr/>
            <p:nvPr/>
          </p:nvCxnSpPr>
          <p:spPr>
            <a:xfrm>
              <a:off x="2371924" y="1630729"/>
              <a:ext cx="0" cy="612000"/>
            </a:xfrm>
            <a:prstGeom prst="straightConnector1">
              <a:avLst/>
            </a:prstGeom>
            <a:noFill/>
            <a:ln w="38100" cap="flat" cmpd="sng">
              <a:solidFill>
                <a:schemeClr val="accent1"/>
              </a:solidFill>
              <a:prstDash val="solid"/>
              <a:miter lim="800000"/>
              <a:headEnd type="none" w="sm" len="sm"/>
              <a:tailEnd type="none" w="sm" len="sm"/>
            </a:ln>
          </p:spPr>
        </p:cxnSp>
        <p:sp>
          <p:nvSpPr>
            <p:cNvPr id="384" name="Google Shape;384;p6"/>
            <p:cNvSpPr/>
            <p:nvPr/>
          </p:nvSpPr>
          <p:spPr>
            <a:xfrm>
              <a:off x="444232" y="1869229"/>
              <a:ext cx="135000" cy="135000"/>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chemeClr val="lt1"/>
                </a:solidFill>
                <a:latin typeface="Trebuchet MS"/>
                <a:ea typeface="Trebuchet MS"/>
                <a:cs typeface="Trebuchet MS"/>
                <a:sym typeface="Trebuchet MS"/>
              </a:endParaRPr>
            </a:p>
          </p:txBody>
        </p:sp>
        <p:pic>
          <p:nvPicPr>
            <p:cNvPr id="385" name="Google Shape;385;p6" descr="クリップボード 単色塗りつぶし"/>
            <p:cNvPicPr preferRelativeResize="0"/>
            <p:nvPr/>
          </p:nvPicPr>
          <p:blipFill rotWithShape="1">
            <a:blip r:embed="rId7">
              <a:alphaModFix/>
            </a:blip>
            <a:srcRect/>
            <a:stretch/>
          </p:blipFill>
          <p:spPr>
            <a:xfrm>
              <a:off x="612724" y="1661270"/>
              <a:ext cx="540000" cy="540000"/>
            </a:xfrm>
            <a:prstGeom prst="rect">
              <a:avLst/>
            </a:prstGeom>
            <a:noFill/>
            <a:ln>
              <a:noFill/>
            </a:ln>
          </p:spPr>
        </p:pic>
        <p:pic>
          <p:nvPicPr>
            <p:cNvPr id="386" name="Google Shape;386;p6" descr="手のひらと植物 単色塗りつぶし"/>
            <p:cNvPicPr preferRelativeResize="0"/>
            <p:nvPr/>
          </p:nvPicPr>
          <p:blipFill rotWithShape="1">
            <a:blip r:embed="rId8">
              <a:alphaModFix/>
            </a:blip>
            <a:srcRect/>
            <a:stretch/>
          </p:blipFill>
          <p:spPr>
            <a:xfrm>
              <a:off x="612724" y="962925"/>
              <a:ext cx="540000" cy="540000"/>
            </a:xfrm>
            <a:prstGeom prst="rect">
              <a:avLst/>
            </a:prstGeom>
            <a:noFill/>
            <a:ln>
              <a:noFill/>
            </a:ln>
          </p:spPr>
        </p:pic>
        <p:sp>
          <p:nvSpPr>
            <p:cNvPr id="387" name="Google Shape;387;p6"/>
            <p:cNvSpPr/>
            <p:nvPr/>
          </p:nvSpPr>
          <p:spPr>
            <a:xfrm>
              <a:off x="384175" y="881398"/>
              <a:ext cx="8315593" cy="1394085"/>
            </a:xfrm>
            <a:prstGeom prst="rect">
              <a:avLst/>
            </a:prstGeom>
            <a:noFill/>
            <a:ln w="9525"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cxnSp>
          <p:nvCxnSpPr>
            <p:cNvPr id="388" name="Google Shape;388;p6"/>
            <p:cNvCxnSpPr/>
            <p:nvPr/>
          </p:nvCxnSpPr>
          <p:spPr>
            <a:xfrm>
              <a:off x="511732" y="926925"/>
              <a:ext cx="0" cy="5629046"/>
            </a:xfrm>
            <a:prstGeom prst="straightConnector1">
              <a:avLst/>
            </a:prstGeom>
            <a:noFill/>
            <a:ln w="38100" cap="flat" cmpd="sng">
              <a:solidFill>
                <a:schemeClr val="accent1"/>
              </a:solidFill>
              <a:prstDash val="solid"/>
              <a:miter lim="800000"/>
              <a:headEnd type="none" w="sm" len="sm"/>
              <a:tailEnd type="stealth" w="lg" len="lg"/>
            </a:ln>
          </p:spPr>
        </p:cxnSp>
        <p:sp>
          <p:nvSpPr>
            <p:cNvPr id="389" name="Google Shape;389;p6"/>
            <p:cNvSpPr txBox="1"/>
            <p:nvPr/>
          </p:nvSpPr>
          <p:spPr>
            <a:xfrm>
              <a:off x="1152724" y="232361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基本設計</a:t>
              </a:r>
              <a:endParaRPr/>
            </a:p>
          </p:txBody>
        </p:sp>
        <p:sp>
          <p:nvSpPr>
            <p:cNvPr id="390" name="Google Shape;390;p6"/>
            <p:cNvSpPr txBox="1"/>
            <p:nvPr/>
          </p:nvSpPr>
          <p:spPr>
            <a:xfrm>
              <a:off x="1152724" y="372030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開発</a:t>
              </a:r>
              <a:endParaRPr/>
            </a:p>
          </p:txBody>
        </p:sp>
        <p:sp>
          <p:nvSpPr>
            <p:cNvPr id="391" name="Google Shape;391;p6"/>
            <p:cNvSpPr txBox="1"/>
            <p:nvPr/>
          </p:nvSpPr>
          <p:spPr>
            <a:xfrm>
              <a:off x="1152724" y="302196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詳細設計</a:t>
              </a:r>
              <a:endParaRPr/>
            </a:p>
          </p:txBody>
        </p:sp>
        <p:sp>
          <p:nvSpPr>
            <p:cNvPr id="392" name="Google Shape;392;p6"/>
            <p:cNvSpPr txBox="1"/>
            <p:nvPr/>
          </p:nvSpPr>
          <p:spPr>
            <a:xfrm>
              <a:off x="1152724" y="4418650"/>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テスト・</a:t>
              </a:r>
              <a:endParaRPr sz="1600">
                <a:solidFill>
                  <a:srgbClr val="AEABAB"/>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総合テスト</a:t>
              </a:r>
              <a:endParaRPr/>
            </a:p>
          </p:txBody>
        </p:sp>
        <p:sp>
          <p:nvSpPr>
            <p:cNvPr id="393" name="Google Shape;393;p6"/>
            <p:cNvSpPr txBox="1"/>
            <p:nvPr/>
          </p:nvSpPr>
          <p:spPr>
            <a:xfrm>
              <a:off x="1152724" y="5116995"/>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導入支援</a:t>
              </a:r>
              <a:endParaRPr/>
            </a:p>
          </p:txBody>
        </p:sp>
        <p:sp>
          <p:nvSpPr>
            <p:cNvPr id="394" name="Google Shape;394;p6"/>
            <p:cNvSpPr txBox="1"/>
            <p:nvPr/>
          </p:nvSpPr>
          <p:spPr>
            <a:xfrm>
              <a:off x="1152724" y="5815337"/>
              <a:ext cx="1219200" cy="612000"/>
            </a:xfrm>
            <a:prstGeom prst="rect">
              <a:avLst/>
            </a:prstGeom>
            <a:noFill/>
            <a:ln>
              <a:noFill/>
            </a:ln>
          </p:spPr>
          <p:txBody>
            <a:bodyPr spcFirstLastPara="1" wrap="square" lIns="90000" tIns="45700" rIns="90000" bIns="45700" anchor="ctr" anchorCtr="0">
              <a:noAutofit/>
            </a:bodyPr>
            <a:lstStyle/>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運用保守・</a:t>
              </a:r>
              <a:endParaRPr sz="1600">
                <a:solidFill>
                  <a:srgbClr val="AEABAB"/>
                </a:solidFill>
                <a:latin typeface="Trebuchet MS"/>
                <a:ea typeface="Trebuchet MS"/>
                <a:cs typeface="Trebuchet MS"/>
                <a:sym typeface="Trebuchet MS"/>
              </a:endParaRPr>
            </a:p>
            <a:p>
              <a:pPr marL="0" marR="0" lvl="0" indent="0" algn="l" rtl="0">
                <a:spcBef>
                  <a:spcPts val="0"/>
                </a:spcBef>
                <a:spcAft>
                  <a:spcPts val="0"/>
                </a:spcAft>
                <a:buNone/>
              </a:pPr>
              <a:r>
                <a:rPr lang="ja-JP" sz="1600">
                  <a:solidFill>
                    <a:srgbClr val="AEABAB"/>
                  </a:solidFill>
                  <a:latin typeface="Trebuchet MS"/>
                  <a:ea typeface="Trebuchet MS"/>
                  <a:cs typeface="Trebuchet MS"/>
                  <a:sym typeface="Trebuchet MS"/>
                </a:rPr>
                <a:t>サポート</a:t>
              </a:r>
              <a:endParaRPr/>
            </a:p>
          </p:txBody>
        </p:sp>
        <p:sp>
          <p:nvSpPr>
            <p:cNvPr id="395" name="Google Shape;395;p6"/>
            <p:cNvSpPr/>
            <p:nvPr/>
          </p:nvSpPr>
          <p:spPr>
            <a:xfrm>
              <a:off x="444232" y="2573033"/>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6" name="Google Shape;396;p6"/>
            <p:cNvSpPr/>
            <p:nvPr/>
          </p:nvSpPr>
          <p:spPr>
            <a:xfrm>
              <a:off x="444232" y="3276837"/>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7" name="Google Shape;397;p6"/>
            <p:cNvSpPr/>
            <p:nvPr/>
          </p:nvSpPr>
          <p:spPr>
            <a:xfrm>
              <a:off x="444232" y="3980641"/>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8" name="Google Shape;398;p6"/>
            <p:cNvSpPr/>
            <p:nvPr/>
          </p:nvSpPr>
          <p:spPr>
            <a:xfrm>
              <a:off x="444232" y="4684445"/>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399" name="Google Shape;399;p6"/>
            <p:cNvSpPr/>
            <p:nvPr/>
          </p:nvSpPr>
          <p:spPr>
            <a:xfrm>
              <a:off x="444232" y="5388249"/>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sp>
          <p:nvSpPr>
            <p:cNvPr id="400" name="Google Shape;400;p6"/>
            <p:cNvSpPr/>
            <p:nvPr/>
          </p:nvSpPr>
          <p:spPr>
            <a:xfrm>
              <a:off x="444232" y="6092055"/>
              <a:ext cx="135000" cy="135000"/>
            </a:xfrm>
            <a:prstGeom prst="ellipse">
              <a:avLst/>
            </a:prstGeom>
            <a:solidFill>
              <a:srgbClr val="AEABAB"/>
            </a:solidFill>
            <a:ln w="12700" cap="flat" cmpd="sng">
              <a:solidFill>
                <a:srgbClr val="AEABAB"/>
              </a:solidFill>
              <a:prstDash val="solid"/>
              <a:miter lim="800000"/>
              <a:headEnd type="none" w="sm" len="sm"/>
              <a:tailEnd type="none" w="sm" len="sm"/>
            </a:ln>
          </p:spPr>
          <p:txBody>
            <a:bodyPr spcFirstLastPara="1" wrap="square" lIns="27000" tIns="594000" rIns="27000" bIns="27000" anchor="ctr" anchorCtr="0">
              <a:noAutofit/>
            </a:bodyPr>
            <a:lstStyle/>
            <a:p>
              <a:pPr marL="0" marR="0" lvl="0" indent="0" algn="ctr" rtl="0">
                <a:spcBef>
                  <a:spcPts val="0"/>
                </a:spcBef>
                <a:spcAft>
                  <a:spcPts val="0"/>
                </a:spcAft>
                <a:buNone/>
              </a:pPr>
              <a:endParaRPr sz="1600">
                <a:solidFill>
                  <a:srgbClr val="AEABAB"/>
                </a:solidFill>
                <a:latin typeface="Trebuchet MS"/>
                <a:ea typeface="Trebuchet MS"/>
                <a:cs typeface="Trebuchet MS"/>
                <a:sym typeface="Trebuchet MS"/>
              </a:endParaRPr>
            </a:p>
          </p:txBody>
        </p:sp>
        <p:pic>
          <p:nvPicPr>
            <p:cNvPr id="401" name="Google Shape;401;p6" descr="Web デザイン 単色塗りつぶし"/>
            <p:cNvPicPr preferRelativeResize="0"/>
            <p:nvPr/>
          </p:nvPicPr>
          <p:blipFill rotWithShape="1">
            <a:blip r:embed="rId9">
              <a:alphaModFix/>
            </a:blip>
            <a:srcRect/>
            <a:stretch/>
          </p:blipFill>
          <p:spPr>
            <a:xfrm>
              <a:off x="612724" y="2370533"/>
              <a:ext cx="540000" cy="540000"/>
            </a:xfrm>
            <a:prstGeom prst="rect">
              <a:avLst/>
            </a:prstGeom>
            <a:noFill/>
            <a:ln>
              <a:noFill/>
            </a:ln>
          </p:spPr>
        </p:pic>
        <p:pic>
          <p:nvPicPr>
            <p:cNvPr id="402" name="Google Shape;402;p6" descr="プログラマー女性 単色塗りつぶし"/>
            <p:cNvPicPr preferRelativeResize="0"/>
            <p:nvPr/>
          </p:nvPicPr>
          <p:blipFill rotWithShape="1">
            <a:blip r:embed="rId10">
              <a:alphaModFix/>
            </a:blip>
            <a:srcRect/>
            <a:stretch/>
          </p:blipFill>
          <p:spPr>
            <a:xfrm>
              <a:off x="612724" y="3074337"/>
              <a:ext cx="540000" cy="540000"/>
            </a:xfrm>
            <a:prstGeom prst="rect">
              <a:avLst/>
            </a:prstGeom>
            <a:noFill/>
            <a:ln>
              <a:noFill/>
            </a:ln>
          </p:spPr>
        </p:pic>
        <p:pic>
          <p:nvPicPr>
            <p:cNvPr id="403" name="Google Shape;403;p6" descr="チェックリスト 単色塗りつぶし"/>
            <p:cNvPicPr preferRelativeResize="0"/>
            <p:nvPr/>
          </p:nvPicPr>
          <p:blipFill rotWithShape="1">
            <a:blip r:embed="rId11">
              <a:alphaModFix/>
            </a:blip>
            <a:srcRect/>
            <a:stretch/>
          </p:blipFill>
          <p:spPr>
            <a:xfrm>
              <a:off x="612724" y="4454650"/>
              <a:ext cx="540000" cy="540000"/>
            </a:xfrm>
            <a:prstGeom prst="rect">
              <a:avLst/>
            </a:prstGeom>
            <a:noFill/>
            <a:ln>
              <a:noFill/>
            </a:ln>
          </p:spPr>
        </p:pic>
        <p:pic>
          <p:nvPicPr>
            <p:cNvPr id="404" name="Google Shape;404;p6" descr="戻る 単色塗りつぶし"/>
            <p:cNvPicPr preferRelativeResize="0"/>
            <p:nvPr/>
          </p:nvPicPr>
          <p:blipFill rotWithShape="1">
            <a:blip r:embed="rId12">
              <a:alphaModFix/>
            </a:blip>
            <a:srcRect/>
            <a:stretch/>
          </p:blipFill>
          <p:spPr>
            <a:xfrm>
              <a:off x="612724" y="3778141"/>
              <a:ext cx="540000" cy="540000"/>
            </a:xfrm>
            <a:prstGeom prst="rect">
              <a:avLst/>
            </a:prstGeom>
            <a:noFill/>
            <a:ln>
              <a:noFill/>
            </a:ln>
          </p:spPr>
        </p:pic>
        <p:pic>
          <p:nvPicPr>
            <p:cNvPr id="405" name="Google Shape;405;p6" descr="ダウンロード 単色塗りつぶし"/>
            <p:cNvPicPr preferRelativeResize="0"/>
            <p:nvPr/>
          </p:nvPicPr>
          <p:blipFill rotWithShape="1">
            <a:blip r:embed="rId13">
              <a:alphaModFix/>
            </a:blip>
            <a:srcRect/>
            <a:stretch/>
          </p:blipFill>
          <p:spPr>
            <a:xfrm>
              <a:off x="612724" y="5152995"/>
              <a:ext cx="540000" cy="540000"/>
            </a:xfrm>
            <a:prstGeom prst="rect">
              <a:avLst/>
            </a:prstGeom>
            <a:noFill/>
            <a:ln>
              <a:noFill/>
            </a:ln>
          </p:spPr>
        </p:pic>
        <p:pic>
          <p:nvPicPr>
            <p:cNvPr id="406" name="Google Shape;406;p6" descr="ツール 単色塗りつぶし"/>
            <p:cNvPicPr preferRelativeResize="0"/>
            <p:nvPr/>
          </p:nvPicPr>
          <p:blipFill rotWithShape="1">
            <a:blip r:embed="rId14">
              <a:alphaModFix/>
            </a:blip>
            <a:srcRect/>
            <a:stretch/>
          </p:blipFill>
          <p:spPr>
            <a:xfrm>
              <a:off x="612724" y="5851337"/>
              <a:ext cx="540000" cy="540000"/>
            </a:xfrm>
            <a:prstGeom prst="rect">
              <a:avLst/>
            </a:prstGeom>
            <a:noFill/>
            <a:ln>
              <a:noFill/>
            </a:ln>
          </p:spPr>
        </p:pic>
        <p:sp>
          <p:nvSpPr>
            <p:cNvPr id="407" name="Google Shape;407;p6"/>
            <p:cNvSpPr/>
            <p:nvPr/>
          </p:nvSpPr>
          <p:spPr>
            <a:xfrm rot="-5400000" flipH="1">
              <a:off x="5402391" y="2028774"/>
              <a:ext cx="275758" cy="959218"/>
            </a:xfrm>
            <a:prstGeom prst="homePlate">
              <a:avLst>
                <a:gd name="adj" fmla="val 100000"/>
              </a:avLst>
            </a:prstGeom>
            <a:solidFill>
              <a:srgbClr val="5A9BD5"/>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cxnSp>
          <p:nvCxnSpPr>
            <p:cNvPr id="408" name="Google Shape;408;p6"/>
            <p:cNvCxnSpPr/>
            <p:nvPr/>
          </p:nvCxnSpPr>
          <p:spPr>
            <a:xfrm>
              <a:off x="511732" y="2275483"/>
              <a:ext cx="0" cy="4280488"/>
            </a:xfrm>
            <a:prstGeom prst="straightConnector1">
              <a:avLst/>
            </a:prstGeom>
            <a:noFill/>
            <a:ln w="38100" cap="flat" cmpd="sng">
              <a:solidFill>
                <a:srgbClr val="AEABAB"/>
              </a:solidFill>
              <a:prstDash val="solid"/>
              <a:miter lim="800000"/>
              <a:headEnd type="none" w="sm" len="sm"/>
              <a:tailEnd type="stealth" w="lg" len="lg"/>
            </a:ln>
          </p:spPr>
        </p:cxn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7"/>
          <p:cNvSpPr txBox="1">
            <a:spLocks noGrp="1"/>
          </p:cNvSpPr>
          <p:nvPr>
            <p:ph type="sldNum" idx="12"/>
          </p:nvPr>
        </p:nvSpPr>
        <p:spPr>
          <a:xfrm>
            <a:off x="3543300" y="6492793"/>
            <a:ext cx="2057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ltLang="ja-JP">
                <a:latin typeface="Trebuchet MS"/>
                <a:ea typeface="Trebuchet MS"/>
                <a:cs typeface="Trebuchet MS"/>
                <a:sym typeface="Trebuchet MS"/>
              </a:rPr>
              <a:t>8</a:t>
            </a:fld>
            <a:endParaRPr>
              <a:latin typeface="Trebuchet MS"/>
              <a:ea typeface="Trebuchet MS"/>
              <a:cs typeface="Trebuchet MS"/>
              <a:sym typeface="Trebuchet MS"/>
            </a:endParaRPr>
          </a:p>
        </p:txBody>
      </p:sp>
      <p:sp>
        <p:nvSpPr>
          <p:cNvPr id="414" name="Google Shape;414;p7"/>
          <p:cNvSpPr txBox="1">
            <a:spLocks noGrp="1"/>
          </p:cNvSpPr>
          <p:nvPr>
            <p:ph type="title"/>
          </p:nvPr>
        </p:nvSpPr>
        <p:spPr>
          <a:xfrm>
            <a:off x="401894" y="127450"/>
            <a:ext cx="7081278"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500"/>
              <a:buFont typeface="Trebuchet MS"/>
              <a:buNone/>
            </a:pPr>
            <a:r>
              <a:rPr lang="ja-JP">
                <a:latin typeface="Trebuchet MS"/>
                <a:ea typeface="Trebuchet MS"/>
                <a:cs typeface="Trebuchet MS"/>
                <a:sym typeface="Trebuchet MS"/>
              </a:rPr>
              <a:t>　</a:t>
            </a:r>
            <a:endParaRPr/>
          </a:p>
        </p:txBody>
      </p:sp>
      <p:sp>
        <p:nvSpPr>
          <p:cNvPr id="415" name="Google Shape;415;p7"/>
          <p:cNvSpPr txBox="1"/>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000"/>
              <a:buFont typeface="Arial"/>
              <a:buNone/>
            </a:pPr>
            <a:r>
              <a:rPr lang="ja-JP" sz="2000">
                <a:solidFill>
                  <a:schemeClr val="dk1"/>
                </a:solidFill>
                <a:latin typeface="Trebuchet MS"/>
                <a:ea typeface="Trebuchet MS"/>
                <a:cs typeface="Trebuchet MS"/>
                <a:sym typeface="Trebuchet MS"/>
              </a:rPr>
              <a:t>この発表を通してのまとめ</a:t>
            </a:r>
            <a:endParaRPr sz="2000">
              <a:solidFill>
                <a:schemeClr val="dk1"/>
              </a:solidFill>
              <a:latin typeface="Trebuchet MS"/>
              <a:ea typeface="Trebuchet MS"/>
              <a:cs typeface="Trebuchet MS"/>
              <a:sym typeface="Trebuchet MS"/>
            </a:endParaRPr>
          </a:p>
        </p:txBody>
      </p:sp>
      <p:sp>
        <p:nvSpPr>
          <p:cNvPr id="416" name="Google Shape;416;p7"/>
          <p:cNvSpPr txBox="1"/>
          <p:nvPr/>
        </p:nvSpPr>
        <p:spPr>
          <a:xfrm>
            <a:off x="435384" y="926925"/>
            <a:ext cx="56514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1800" i="0" u="none" strike="noStrike" cap="none">
                <a:solidFill>
                  <a:schemeClr val="dk1"/>
                </a:solidFill>
                <a:latin typeface="Trebuchet MS"/>
                <a:ea typeface="Trebuchet MS"/>
                <a:cs typeface="Trebuchet MS"/>
                <a:sym typeface="Trebuchet MS"/>
              </a:rPr>
              <a:t>システムエンジニアの仕事に関して</a:t>
            </a:r>
            <a:endParaRPr/>
          </a:p>
        </p:txBody>
      </p:sp>
      <p:sp>
        <p:nvSpPr>
          <p:cNvPr id="417" name="Google Shape;417;p7"/>
          <p:cNvSpPr txBox="1"/>
          <p:nvPr/>
        </p:nvSpPr>
        <p:spPr>
          <a:xfrm>
            <a:off x="4294613" y="1633418"/>
            <a:ext cx="4559008" cy="1190253"/>
          </a:xfrm>
          <a:prstGeom prst="rect">
            <a:avLst/>
          </a:prstGeom>
          <a:noFill/>
          <a:ln>
            <a:noFill/>
          </a:ln>
        </p:spPr>
        <p:txBody>
          <a:bodyPr spcFirstLastPara="1" wrap="square" lIns="180000" tIns="27000" rIns="27000" bIns="27000" anchor="ctr" anchorCtr="0">
            <a:noAutofit/>
          </a:bodyPr>
          <a:lstStyle/>
          <a:p>
            <a:pPr marL="0" marR="0" lvl="0" indent="0" algn="l" rtl="0">
              <a:spcBef>
                <a:spcPts val="0"/>
              </a:spcBef>
              <a:spcAft>
                <a:spcPts val="0"/>
              </a:spcAft>
              <a:buNone/>
            </a:pPr>
            <a:r>
              <a:rPr lang="ja-JP" sz="1800" dirty="0">
                <a:solidFill>
                  <a:schemeClr val="dk1"/>
                </a:solidFill>
                <a:latin typeface="Trebuchet MS"/>
                <a:ea typeface="Trebuchet MS"/>
                <a:cs typeface="Trebuchet MS"/>
                <a:sym typeface="Trebuchet MS"/>
              </a:rPr>
              <a:t>プログラミングだけでない</a:t>
            </a:r>
            <a:endParaRPr sz="1800" dirty="0">
              <a:solidFill>
                <a:schemeClr val="dk1"/>
              </a:solidFill>
              <a:latin typeface="Trebuchet MS"/>
              <a:ea typeface="Trebuchet MS"/>
              <a:cs typeface="Trebuchet MS"/>
              <a:sym typeface="Trebuchet MS"/>
            </a:endParaRPr>
          </a:p>
        </p:txBody>
      </p:sp>
      <p:sp>
        <p:nvSpPr>
          <p:cNvPr id="418" name="Google Shape;418;p7"/>
          <p:cNvSpPr txBox="1"/>
          <p:nvPr/>
        </p:nvSpPr>
        <p:spPr>
          <a:xfrm>
            <a:off x="4294612" y="3282206"/>
            <a:ext cx="4559009" cy="1190253"/>
          </a:xfrm>
          <a:prstGeom prst="rect">
            <a:avLst/>
          </a:prstGeom>
          <a:noFill/>
          <a:ln>
            <a:noFill/>
          </a:ln>
        </p:spPr>
        <p:txBody>
          <a:bodyPr spcFirstLastPara="1" wrap="square" lIns="180000" tIns="27000" rIns="27000" bIns="27000" anchor="ctr" anchorCtr="0">
            <a:noAutofit/>
          </a:bodyPr>
          <a:lstStyle/>
          <a:p>
            <a:pPr marL="0" marR="0" lvl="0" indent="0" algn="l" rtl="0">
              <a:spcBef>
                <a:spcPts val="0"/>
              </a:spcBef>
              <a:spcAft>
                <a:spcPts val="0"/>
              </a:spcAft>
              <a:buNone/>
            </a:pPr>
            <a:r>
              <a:rPr lang="ja-JP" sz="1800" dirty="0">
                <a:solidFill>
                  <a:schemeClr val="dk1"/>
                </a:solidFill>
                <a:latin typeface="Trebuchet MS"/>
                <a:ea typeface="Trebuchet MS"/>
                <a:cs typeface="Trebuchet MS"/>
                <a:sym typeface="Trebuchet MS"/>
              </a:rPr>
              <a:t>お客様の要望をふまえて、何を作りたいか、考えることも非常に大切なこと</a:t>
            </a:r>
            <a:endParaRPr sz="1600" dirty="0"/>
          </a:p>
        </p:txBody>
      </p:sp>
      <p:sp>
        <p:nvSpPr>
          <p:cNvPr id="419" name="Google Shape;419;p7"/>
          <p:cNvSpPr txBox="1"/>
          <p:nvPr/>
        </p:nvSpPr>
        <p:spPr>
          <a:xfrm>
            <a:off x="4294613" y="4959970"/>
            <a:ext cx="4559008" cy="1190253"/>
          </a:xfrm>
          <a:prstGeom prst="rect">
            <a:avLst/>
          </a:prstGeom>
          <a:noFill/>
          <a:ln>
            <a:noFill/>
          </a:ln>
        </p:spPr>
        <p:txBody>
          <a:bodyPr spcFirstLastPara="1" wrap="square" lIns="180000" tIns="27000" rIns="27000" bIns="27000" anchor="ctr" anchorCtr="0">
            <a:noAutofit/>
          </a:bodyPr>
          <a:lstStyle/>
          <a:p>
            <a:pPr marL="0" marR="0" lvl="0" indent="0" algn="l" rtl="0">
              <a:spcBef>
                <a:spcPts val="0"/>
              </a:spcBef>
              <a:spcAft>
                <a:spcPts val="0"/>
              </a:spcAft>
              <a:buNone/>
            </a:pPr>
            <a:r>
              <a:rPr lang="ja-JP" sz="1800" dirty="0">
                <a:solidFill>
                  <a:schemeClr val="dk1"/>
                </a:solidFill>
                <a:latin typeface="Trebuchet MS"/>
                <a:ea typeface="Trebuchet MS"/>
                <a:cs typeface="Trebuchet MS"/>
                <a:sym typeface="Trebuchet MS"/>
              </a:rPr>
              <a:t>システム開発には様々な工程がある</a:t>
            </a:r>
            <a:endParaRPr sz="1600" dirty="0"/>
          </a:p>
        </p:txBody>
      </p:sp>
      <p:grpSp>
        <p:nvGrpSpPr>
          <p:cNvPr id="420" name="Google Shape;420;p7"/>
          <p:cNvGrpSpPr/>
          <p:nvPr/>
        </p:nvGrpSpPr>
        <p:grpSpPr>
          <a:xfrm>
            <a:off x="-1296700" y="1691834"/>
            <a:ext cx="5554797" cy="4399974"/>
            <a:chOff x="-1296700" y="1691834"/>
            <a:chExt cx="5554797" cy="4399974"/>
          </a:xfrm>
        </p:grpSpPr>
        <p:sp>
          <p:nvSpPr>
            <p:cNvPr id="421" name="Google Shape;421;p7"/>
            <p:cNvSpPr/>
            <p:nvPr/>
          </p:nvSpPr>
          <p:spPr>
            <a:xfrm>
              <a:off x="3184675" y="1691834"/>
              <a:ext cx="1073422" cy="1073422"/>
            </a:xfrm>
            <a:prstGeom prst="ellipse">
              <a:avLst/>
            </a:prstGeom>
            <a:solidFill>
              <a:schemeClr val="accen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pic>
          <p:nvPicPr>
            <p:cNvPr id="422" name="Google Shape;422;p7" descr="Web デザイン 単色塗りつぶし"/>
            <p:cNvPicPr preferRelativeResize="0"/>
            <p:nvPr/>
          </p:nvPicPr>
          <p:blipFill rotWithShape="1">
            <a:blip r:embed="rId3">
              <a:alphaModFix/>
            </a:blip>
            <a:srcRect/>
            <a:stretch/>
          </p:blipFill>
          <p:spPr>
            <a:xfrm>
              <a:off x="3388122" y="1878730"/>
              <a:ext cx="699628" cy="699628"/>
            </a:xfrm>
            <a:prstGeom prst="rect">
              <a:avLst/>
            </a:prstGeom>
            <a:noFill/>
            <a:ln>
              <a:noFill/>
            </a:ln>
          </p:spPr>
        </p:pic>
        <p:sp>
          <p:nvSpPr>
            <p:cNvPr id="423" name="Google Shape;423;p7"/>
            <p:cNvSpPr/>
            <p:nvPr/>
          </p:nvSpPr>
          <p:spPr>
            <a:xfrm>
              <a:off x="3184675" y="5018386"/>
              <a:ext cx="1073422" cy="1073422"/>
            </a:xfrm>
            <a:prstGeom prst="ellipse">
              <a:avLst/>
            </a:prstGeom>
            <a:solidFill>
              <a:schemeClr val="accen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pic>
          <p:nvPicPr>
            <p:cNvPr id="424" name="Google Shape;424;p7" descr="ワークフロー 単色塗りつぶし"/>
            <p:cNvPicPr preferRelativeResize="0"/>
            <p:nvPr/>
          </p:nvPicPr>
          <p:blipFill rotWithShape="1">
            <a:blip r:embed="rId4">
              <a:alphaModFix/>
            </a:blip>
            <a:srcRect/>
            <a:stretch/>
          </p:blipFill>
          <p:spPr>
            <a:xfrm>
              <a:off x="3371572" y="5205283"/>
              <a:ext cx="699628" cy="699628"/>
            </a:xfrm>
            <a:prstGeom prst="rect">
              <a:avLst/>
            </a:prstGeom>
            <a:noFill/>
            <a:ln>
              <a:noFill/>
            </a:ln>
          </p:spPr>
        </p:pic>
        <p:sp>
          <p:nvSpPr>
            <p:cNvPr id="425" name="Google Shape;425;p7"/>
            <p:cNvSpPr/>
            <p:nvPr/>
          </p:nvSpPr>
          <p:spPr>
            <a:xfrm>
              <a:off x="3184675" y="3340621"/>
              <a:ext cx="1073422" cy="1073422"/>
            </a:xfrm>
            <a:prstGeom prst="ellipse">
              <a:avLst/>
            </a:prstGeom>
            <a:solidFill>
              <a:schemeClr val="accen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pic>
          <p:nvPicPr>
            <p:cNvPr id="426" name="Google Shape;426;p7" descr="歯車付きの頭 単色塗りつぶし"/>
            <p:cNvPicPr preferRelativeResize="0"/>
            <p:nvPr/>
          </p:nvPicPr>
          <p:blipFill rotWithShape="1">
            <a:blip r:embed="rId5">
              <a:alphaModFix/>
            </a:blip>
            <a:srcRect/>
            <a:stretch/>
          </p:blipFill>
          <p:spPr>
            <a:xfrm>
              <a:off x="3371572" y="3527518"/>
              <a:ext cx="699628" cy="699628"/>
            </a:xfrm>
            <a:prstGeom prst="rect">
              <a:avLst/>
            </a:prstGeom>
            <a:noFill/>
            <a:ln>
              <a:noFill/>
            </a:ln>
          </p:spPr>
        </p:pic>
        <p:cxnSp>
          <p:nvCxnSpPr>
            <p:cNvPr id="427" name="Google Shape;427;p7"/>
            <p:cNvCxnSpPr/>
            <p:nvPr/>
          </p:nvCxnSpPr>
          <p:spPr>
            <a:xfrm flipH="1">
              <a:off x="446598" y="2228544"/>
              <a:ext cx="1753910" cy="1673986"/>
            </a:xfrm>
            <a:prstGeom prst="straightConnector1">
              <a:avLst/>
            </a:prstGeom>
            <a:noFill/>
            <a:ln w="9525" cap="flat" cmpd="sng">
              <a:solidFill>
                <a:schemeClr val="dk1"/>
              </a:solidFill>
              <a:prstDash val="solid"/>
              <a:miter lim="800000"/>
              <a:headEnd type="none" w="sm" len="sm"/>
              <a:tailEnd type="none" w="sm" len="sm"/>
            </a:ln>
          </p:spPr>
        </p:cxnSp>
        <p:cxnSp>
          <p:nvCxnSpPr>
            <p:cNvPr id="428" name="Google Shape;428;p7"/>
            <p:cNvCxnSpPr/>
            <p:nvPr/>
          </p:nvCxnSpPr>
          <p:spPr>
            <a:xfrm rot="10800000">
              <a:off x="446598" y="3899761"/>
              <a:ext cx="1757734" cy="1661470"/>
            </a:xfrm>
            <a:prstGeom prst="straightConnector1">
              <a:avLst/>
            </a:prstGeom>
            <a:noFill/>
            <a:ln w="9525" cap="flat" cmpd="sng">
              <a:solidFill>
                <a:schemeClr val="dk1"/>
              </a:solidFill>
              <a:prstDash val="solid"/>
              <a:miter lim="800000"/>
              <a:headEnd type="none" w="sm" len="sm"/>
              <a:tailEnd type="none" w="sm" len="sm"/>
            </a:ln>
          </p:spPr>
        </p:cxnSp>
        <p:cxnSp>
          <p:nvCxnSpPr>
            <p:cNvPr id="429" name="Google Shape;429;p7"/>
            <p:cNvCxnSpPr>
              <a:stCxn id="421" idx="2"/>
            </p:cNvCxnSpPr>
            <p:nvPr/>
          </p:nvCxnSpPr>
          <p:spPr>
            <a:xfrm rot="10800000">
              <a:off x="2177275" y="2228545"/>
              <a:ext cx="1007400" cy="0"/>
            </a:xfrm>
            <a:prstGeom prst="straightConnector1">
              <a:avLst/>
            </a:prstGeom>
            <a:noFill/>
            <a:ln w="9525" cap="flat" cmpd="sng">
              <a:solidFill>
                <a:schemeClr val="dk1"/>
              </a:solidFill>
              <a:prstDash val="solid"/>
              <a:miter lim="800000"/>
              <a:headEnd type="none" w="sm" len="sm"/>
              <a:tailEnd type="none" w="sm" len="sm"/>
            </a:ln>
          </p:spPr>
        </p:cxnSp>
        <p:cxnSp>
          <p:nvCxnSpPr>
            <p:cNvPr id="430" name="Google Shape;430;p7"/>
            <p:cNvCxnSpPr>
              <a:stCxn id="423" idx="2"/>
            </p:cNvCxnSpPr>
            <p:nvPr/>
          </p:nvCxnSpPr>
          <p:spPr>
            <a:xfrm rot="10800000">
              <a:off x="2200375" y="5555097"/>
              <a:ext cx="984300" cy="0"/>
            </a:xfrm>
            <a:prstGeom prst="straightConnector1">
              <a:avLst/>
            </a:prstGeom>
            <a:noFill/>
            <a:ln w="9525" cap="flat" cmpd="sng">
              <a:solidFill>
                <a:schemeClr val="dk1"/>
              </a:solidFill>
              <a:prstDash val="solid"/>
              <a:miter lim="800000"/>
              <a:headEnd type="none" w="sm" len="sm"/>
              <a:tailEnd type="none" w="sm" len="sm"/>
            </a:ln>
          </p:spPr>
        </p:cxnSp>
        <p:cxnSp>
          <p:nvCxnSpPr>
            <p:cNvPr id="431" name="Google Shape;431;p7"/>
            <p:cNvCxnSpPr/>
            <p:nvPr/>
          </p:nvCxnSpPr>
          <p:spPr>
            <a:xfrm flipH="1">
              <a:off x="446599" y="3891820"/>
              <a:ext cx="2738076" cy="1383"/>
            </a:xfrm>
            <a:prstGeom prst="straightConnector1">
              <a:avLst/>
            </a:prstGeom>
            <a:noFill/>
            <a:ln w="9525" cap="flat" cmpd="sng">
              <a:solidFill>
                <a:schemeClr val="dk1"/>
              </a:solidFill>
              <a:prstDash val="solid"/>
              <a:miter lim="800000"/>
              <a:headEnd type="none" w="sm" len="sm"/>
              <a:tailEnd type="none" w="sm" len="sm"/>
            </a:ln>
          </p:spPr>
        </p:cxnSp>
        <p:pic>
          <p:nvPicPr>
            <p:cNvPr id="432" name="Google Shape;432;p7" descr="クリップボード: チェックマーク 単色塗りつぶし"/>
            <p:cNvPicPr preferRelativeResize="0"/>
            <p:nvPr/>
          </p:nvPicPr>
          <p:blipFill rotWithShape="1">
            <a:blip r:embed="rId6">
              <a:alphaModFix/>
            </a:blip>
            <a:srcRect/>
            <a:stretch/>
          </p:blipFill>
          <p:spPr>
            <a:xfrm>
              <a:off x="356922" y="3282206"/>
              <a:ext cx="1232344" cy="1232344"/>
            </a:xfrm>
            <a:prstGeom prst="rect">
              <a:avLst/>
            </a:prstGeom>
            <a:noFill/>
            <a:ln>
              <a:noFill/>
            </a:ln>
          </p:spPr>
        </p:pic>
        <p:cxnSp>
          <p:nvCxnSpPr>
            <p:cNvPr id="433" name="Google Shape;433;p7"/>
            <p:cNvCxnSpPr>
              <a:stCxn id="434" idx="3"/>
              <a:endCxn id="434" idx="1"/>
            </p:cNvCxnSpPr>
            <p:nvPr/>
          </p:nvCxnSpPr>
          <p:spPr>
            <a:xfrm>
              <a:off x="451906" y="2648007"/>
              <a:ext cx="0" cy="2500800"/>
            </a:xfrm>
            <a:prstGeom prst="straightConnector1">
              <a:avLst/>
            </a:prstGeom>
            <a:noFill/>
            <a:ln w="9525" cap="flat" cmpd="sng">
              <a:solidFill>
                <a:schemeClr val="dk1"/>
              </a:solidFill>
              <a:prstDash val="solid"/>
              <a:miter lim="800000"/>
              <a:headEnd type="none" w="sm" len="sm"/>
              <a:tailEnd type="none" w="sm" len="sm"/>
            </a:ln>
          </p:spPr>
        </p:cxnSp>
        <p:sp>
          <p:nvSpPr>
            <p:cNvPr id="435" name="Google Shape;435;p7"/>
            <p:cNvSpPr/>
            <p:nvPr/>
          </p:nvSpPr>
          <p:spPr>
            <a:xfrm>
              <a:off x="-1296700" y="2147862"/>
              <a:ext cx="3501031" cy="3501031"/>
            </a:xfrm>
            <a:prstGeom prst="arc">
              <a:avLst>
                <a:gd name="adj1" fmla="val 16200000"/>
                <a:gd name="adj2" fmla="val 5407509"/>
              </a:avLst>
            </a:prstGeom>
            <a:solidFill>
              <a:schemeClr val="lt1"/>
            </a:solidFill>
            <a:ln w="254000" cap="flat" cmpd="sng">
              <a:solidFill>
                <a:schemeClr val="accent1"/>
              </a:solidFill>
              <a:prstDash val="solid"/>
              <a:miter lim="800000"/>
              <a:headEnd type="none" w="sm" len="sm"/>
              <a:tailEnd type="none" w="sm" len="sm"/>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sp>
          <p:nvSpPr>
            <p:cNvPr id="436" name="Google Shape;436;p7"/>
            <p:cNvSpPr/>
            <p:nvPr/>
          </p:nvSpPr>
          <p:spPr>
            <a:xfrm>
              <a:off x="446598" y="2257474"/>
              <a:ext cx="1640903" cy="3281807"/>
            </a:xfrm>
            <a:custGeom>
              <a:avLst/>
              <a:gdLst/>
              <a:ahLst/>
              <a:cxnLst/>
              <a:rect l="l" t="t" r="r" b="b"/>
              <a:pathLst>
                <a:path w="1800000" h="3600000" extrusionOk="0">
                  <a:moveTo>
                    <a:pt x="0" y="0"/>
                  </a:moveTo>
                  <a:cubicBezTo>
                    <a:pt x="994113" y="0"/>
                    <a:pt x="1800000" y="805887"/>
                    <a:pt x="1800000" y="1800000"/>
                  </a:cubicBezTo>
                  <a:cubicBezTo>
                    <a:pt x="1800000" y="2794113"/>
                    <a:pt x="994113" y="3600000"/>
                    <a:pt x="0" y="3600000"/>
                  </a:cubicBezTo>
                  <a:close/>
                </a:path>
              </a:pathLst>
            </a:custGeom>
            <a:solidFill>
              <a:schemeClr val="lt1"/>
            </a:solidFill>
            <a:ln>
              <a:noFill/>
            </a:ln>
          </p:spPr>
          <p:txBody>
            <a:bodyPr spcFirstLastPara="1" wrap="square" lIns="27000" tIns="27000" rIns="27000" bIns="27000" anchor="ctr" anchorCtr="0">
              <a:noAutofit/>
            </a:bodyPr>
            <a:lstStyle/>
            <a:p>
              <a:pPr marL="0" marR="0" lvl="0" indent="0" algn="ctr" rtl="0">
                <a:spcBef>
                  <a:spcPts val="0"/>
                </a:spcBef>
                <a:spcAft>
                  <a:spcPts val="0"/>
                </a:spcAft>
                <a:buNone/>
              </a:pPr>
              <a:endParaRPr sz="1350">
                <a:solidFill>
                  <a:schemeClr val="lt1"/>
                </a:solidFill>
                <a:latin typeface="Trebuchet MS"/>
                <a:ea typeface="Trebuchet MS"/>
                <a:cs typeface="Trebuchet MS"/>
                <a:sym typeface="Trebuchet MS"/>
              </a:endParaRPr>
            </a:p>
          </p:txBody>
        </p:sp>
        <p:sp>
          <p:nvSpPr>
            <p:cNvPr id="434" name="Google Shape;434;p7"/>
            <p:cNvSpPr/>
            <p:nvPr/>
          </p:nvSpPr>
          <p:spPr>
            <a:xfrm>
              <a:off x="-798463" y="2648007"/>
              <a:ext cx="2500737" cy="2500737"/>
            </a:xfrm>
            <a:prstGeom prst="pie">
              <a:avLst>
                <a:gd name="adj1" fmla="val 16205533"/>
                <a:gd name="adj2" fmla="val 5412291"/>
              </a:avLst>
            </a:prstGeom>
            <a:solidFill>
              <a:schemeClr val="accent1"/>
            </a:solidFill>
            <a:ln>
              <a:noFill/>
            </a:ln>
          </p:spPr>
          <p:txBody>
            <a:bodyPr spcFirstLastPara="1" wrap="square" lIns="1026000" tIns="1224000" rIns="27000" bIns="27000" anchor="t" anchorCtr="0">
              <a:noAutofit/>
            </a:bodyPr>
            <a:lstStyle/>
            <a:p>
              <a:pPr marL="0" marR="0" lvl="0" indent="0" algn="l" rtl="0">
                <a:spcBef>
                  <a:spcPts val="0"/>
                </a:spcBef>
                <a:spcAft>
                  <a:spcPts val="0"/>
                </a:spcAft>
                <a:buNone/>
              </a:pPr>
              <a:endParaRPr sz="1100" dirty="0"/>
            </a:p>
          </p:txBody>
        </p:sp>
        <p:pic>
          <p:nvPicPr>
            <p:cNvPr id="437" name="Google Shape;437;p7" descr="コメント: 重要 単色塗りつぶし"/>
            <p:cNvPicPr preferRelativeResize="0"/>
            <p:nvPr/>
          </p:nvPicPr>
          <p:blipFill rotWithShape="1">
            <a:blip r:embed="rId7">
              <a:alphaModFix/>
            </a:blip>
            <a:srcRect/>
            <a:stretch/>
          </p:blipFill>
          <p:spPr>
            <a:xfrm>
              <a:off x="589928" y="3481586"/>
              <a:ext cx="833579" cy="833579"/>
            </a:xfrm>
            <a:prstGeom prst="rect">
              <a:avLst/>
            </a:prstGeom>
            <a:noFill/>
            <a:ln>
              <a:noFill/>
            </a:ln>
          </p:spPr>
        </p:pic>
      </p:grpSp>
      <p:sp>
        <p:nvSpPr>
          <p:cNvPr id="29" name="Google Shape;417;p7"/>
          <p:cNvSpPr txBox="1"/>
          <p:nvPr/>
        </p:nvSpPr>
        <p:spPr>
          <a:xfrm>
            <a:off x="364664" y="3731517"/>
            <a:ext cx="1216860" cy="1190253"/>
          </a:xfrm>
          <a:prstGeom prst="rect">
            <a:avLst/>
          </a:prstGeom>
          <a:noFill/>
          <a:ln>
            <a:noFill/>
          </a:ln>
        </p:spPr>
        <p:txBody>
          <a:bodyPr spcFirstLastPara="1" wrap="square" lIns="180000" tIns="27000" rIns="27000" bIns="27000" anchor="ctr" anchorCtr="0">
            <a:noAutofit/>
          </a:bodyPr>
          <a:lstStyle/>
          <a:p>
            <a:pPr marL="0" marR="0" lvl="0" indent="0" rtl="0">
              <a:spcBef>
                <a:spcPts val="0"/>
              </a:spcBef>
              <a:spcAft>
                <a:spcPts val="0"/>
              </a:spcAft>
              <a:buNone/>
            </a:pPr>
            <a:r>
              <a:rPr lang="ja-JP" altLang="en-US" sz="1800" dirty="0" smtClean="0">
                <a:solidFill>
                  <a:schemeClr val="bg1"/>
                </a:solidFill>
                <a:latin typeface="Trebuchet MS"/>
                <a:ea typeface="Trebuchet MS"/>
                <a:cs typeface="Trebuchet MS"/>
                <a:sym typeface="Trebuchet MS"/>
              </a:rPr>
              <a:t>ポイント</a:t>
            </a:r>
            <a:endParaRPr sz="1800" dirty="0">
              <a:solidFill>
                <a:schemeClr val="bg1"/>
              </a:solidFill>
              <a:latin typeface="Trebuchet MS"/>
              <a:ea typeface="Trebuchet MS"/>
              <a:cs typeface="Trebuchet MS"/>
              <a:sym typeface="Trebuchet M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1628</Words>
  <Application>Microsoft Office PowerPoint</Application>
  <PresentationFormat>画面に合わせる (4:3)</PresentationFormat>
  <Paragraphs>176</Paragraphs>
  <Slides>9</Slides>
  <Notes>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9</vt:i4>
      </vt:variant>
    </vt:vector>
  </HeadingPairs>
  <TitlesOfParts>
    <vt:vector size="15" baseType="lpstr">
      <vt:lpstr>Meiryo</vt:lpstr>
      <vt:lpstr>Arial</vt:lpstr>
      <vt:lpstr>Calibri</vt:lpstr>
      <vt:lpstr>Trebuchet MS</vt:lpstr>
      <vt:lpstr>Office テーマ</vt:lpstr>
      <vt:lpstr>Office テーマ</vt:lpstr>
      <vt:lpstr>PowerPoint プレゼンテーション</vt:lpstr>
      <vt:lpstr>　</vt:lpstr>
      <vt:lpstr>　</vt:lpstr>
      <vt:lpstr>　</vt:lpstr>
      <vt:lpstr>　</vt:lpstr>
      <vt:lpstr>　</vt:lpstr>
      <vt:lpstr>　</vt:lpstr>
      <vt:lpstr>　</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大迫　かなた</cp:lastModifiedBy>
  <cp:revision>6</cp:revision>
  <dcterms:created xsi:type="dcterms:W3CDTF">2019-11-07T03:46:42Z</dcterms:created>
  <dcterms:modified xsi:type="dcterms:W3CDTF">2024-11-20T08:28:19Z</dcterms:modified>
</cp:coreProperties>
</file>