
<file path=[Content_Types].xml><?xml version="1.0" encoding="utf-8"?>
<Types xmlns="http://schemas.openxmlformats.org/package/2006/content-types">
  <Default Extension="png" ContentType="image/png"/>
  <Default Extension="rels" ContentType="application/vnd.openxmlformats-package.relationships+xml"/>
  <Default Extension="xml" ContentType="application/xml"/>
  <Default Extension="gif" ContentType="image/gif"/>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Override PartName="/ppt/metadata" ContentType="application/binary"/>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trictFirstAndLastChars="0" saveSubsetFonts="1" autoCompressPictures="0">
  <p:sldMasterIdLst>
    <p:sldMasterId id="2147483648" r:id="rId1"/>
  </p:sldMasterIdLst>
  <p:notesMasterIdLst>
    <p:notesMasterId r:id="rId9"/>
  </p:notesMasterIdLst>
  <p:sldIdLst>
    <p:sldId id="256" r:id="rId2"/>
    <p:sldId id="257" r:id="rId3"/>
    <p:sldId id="258" r:id="rId4"/>
    <p:sldId id="266" r:id="rId5"/>
    <p:sldId id="262" r:id="rId6"/>
    <p:sldId id="267" r:id="rId7"/>
    <p:sldId id="265" r:id="rId8"/>
  </p:sldIdLst>
  <p:sldSz cx="9906000" cy="6858000" type="A4"/>
  <p:notesSz cx="7099300" cy="10234613"/>
  <p:defaultTex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defaultTextStyle>
  <p:extLst>
    <p:ext uri="{EFAFB233-063F-42B5-8137-9DF3F51BA10A}">
      <p15:sldGuideLst xmlns:p15="http://schemas.microsoft.com/office/powerpoint/2012/main">
        <p15:guide id="1" pos="262">
          <p15:clr>
            <a:srgbClr val="A4A3A4"/>
          </p15:clr>
        </p15:guide>
        <p15:guide id="2" orient="horz" pos="2160">
          <p15:clr>
            <a:srgbClr val="A4A3A4"/>
          </p15:clr>
        </p15:guide>
        <p15:guide id="3" pos="5978">
          <p15:clr>
            <a:srgbClr val="A4A3A4"/>
          </p15:clr>
        </p15:guide>
      </p15:sldGuideLst>
    </p:ext>
    <p:ext uri="GoogleSlidesCustomDataVersion2">
      <go:slidesCustomData xmlns:go="http://customooxmlschemas.google.com/" xmlns:ahyp="http://schemas.microsoft.com/office/drawing/2018/hyperlinkcolor" xmlns:p15="http://schemas.microsoft.com/office/powerpoint/2012/main" xmlns:p14="http://schemas.microsoft.com/office/powerpoint/2010/main" xmlns:com="http://schemas.openxmlformats.org/drawingml/2006/compatibility" xmlns:pvml="urn:schemas-microsoft-com:office:powerpoint" xmlns:v="urn:schemas-microsoft-com:vml" xmlns:o="urn:schemas-microsoft-com:office:office" xmlns:dgm="http://schemas.openxmlformats.org/drawingml/2006/diagram" xmlns:c="http://schemas.openxmlformats.org/drawingml/2006/chart" xmlns:mv="urn:schemas-microsoft-com:mac:vml" xmlns:mc="http://schemas.openxmlformats.org/markup-compatibility/2006" xmlns="" r:id="rId17" roundtripDataSignature="AMtx7mjf3lXWQNU2z2Muv4dAm71X12O7xQ=="/>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C746FD63-C4BB-4C08-BD07-F4B92234C042}">
  <a:tblStyle styleId="{C746FD63-C4BB-4C08-BD07-F4B92234C042}" styleName="Table_0">
    <a:wholeTbl>
      <a:tcTxStyle b="off" i="off">
        <a:font>
          <a:latin typeface="Meiryo UI"/>
          <a:ea typeface="Meiryo UI"/>
          <a:cs typeface="Meiryo UI"/>
        </a:font>
        <a:schemeClr val="dk1"/>
      </a:tcTxStyle>
      <a:tcStyle>
        <a:tcBdr>
          <a:left>
            <a:ln w="12700" cap="flat" cmpd="sng">
              <a:solidFill>
                <a:schemeClr val="lt1"/>
              </a:solidFill>
              <a:prstDash val="solid"/>
              <a:round/>
              <a:headEnd type="none" w="sm" len="sm"/>
              <a:tailEnd type="none" w="sm" len="sm"/>
            </a:ln>
          </a:left>
          <a:right>
            <a:ln w="12700" cap="flat" cmpd="sng">
              <a:solidFill>
                <a:schemeClr val="lt1"/>
              </a:solidFill>
              <a:prstDash val="solid"/>
              <a:round/>
              <a:headEnd type="none" w="sm" len="sm"/>
              <a:tailEnd type="none" w="sm" len="sm"/>
            </a:ln>
          </a:right>
          <a:top>
            <a:ln w="12700" cap="flat" cmpd="sng">
              <a:solidFill>
                <a:schemeClr val="lt1"/>
              </a:solidFill>
              <a:prstDash val="solid"/>
              <a:round/>
              <a:headEnd type="none" w="sm" len="sm"/>
              <a:tailEnd type="none" w="sm" len="sm"/>
            </a:ln>
          </a:top>
          <a:bottom>
            <a:ln w="12700" cap="flat" cmpd="sng">
              <a:solidFill>
                <a:schemeClr val="lt1"/>
              </a:solidFill>
              <a:prstDash val="solid"/>
              <a:round/>
              <a:headEnd type="none" w="sm" len="sm"/>
              <a:tailEnd type="none" w="sm" len="sm"/>
            </a:ln>
          </a:bottom>
          <a:insideH>
            <a:ln w="12700" cap="flat" cmpd="sng">
              <a:solidFill>
                <a:schemeClr val="lt1"/>
              </a:solidFill>
              <a:prstDash val="solid"/>
              <a:round/>
              <a:headEnd type="none" w="sm" len="sm"/>
              <a:tailEnd type="none" w="sm" len="sm"/>
            </a:ln>
          </a:insideH>
          <a:insideV>
            <a:ln w="12700" cap="flat" cmpd="sng">
              <a:solidFill>
                <a:schemeClr val="lt1"/>
              </a:solidFill>
              <a:prstDash val="solid"/>
              <a:round/>
              <a:headEnd type="none" w="sm" len="sm"/>
              <a:tailEnd type="none" w="sm" len="sm"/>
            </a:ln>
          </a:insideV>
        </a:tcBdr>
        <a:fill>
          <a:solidFill>
            <a:srgbClr val="E9EFF7"/>
          </a:solidFill>
        </a:fill>
      </a:tcStyle>
    </a:wholeTbl>
    <a:band1H>
      <a:tcTxStyle b="off" i="off"/>
      <a:tcStyle>
        <a:tcBdr/>
        <a:fill>
          <a:solidFill>
            <a:srgbClr val="D0DEEF"/>
          </a:solidFill>
        </a:fill>
      </a:tcStyle>
    </a:band1H>
    <a:band2H>
      <a:tcTxStyle b="off" i="off"/>
      <a:tcStyle>
        <a:tcBdr/>
      </a:tcStyle>
    </a:band2H>
    <a:band1V>
      <a:tcTxStyle b="off" i="off"/>
      <a:tcStyle>
        <a:tcBdr/>
        <a:fill>
          <a:solidFill>
            <a:srgbClr val="D0DEEF"/>
          </a:solidFill>
        </a:fill>
      </a:tcStyle>
    </a:band1V>
    <a:band2V>
      <a:tcTxStyle b="off" i="off"/>
      <a:tcStyle>
        <a:tcBdr/>
      </a:tcStyle>
    </a:band2V>
    <a:lastCol>
      <a:tcTxStyle b="on" i="off">
        <a:font>
          <a:latin typeface="Meiryo UI"/>
          <a:ea typeface="Meiryo UI"/>
          <a:cs typeface="Meiryo UI"/>
        </a:font>
        <a:schemeClr val="lt1"/>
      </a:tcTxStyle>
      <a:tcStyle>
        <a:tcBdr/>
        <a:fill>
          <a:solidFill>
            <a:schemeClr val="accent1"/>
          </a:solidFill>
        </a:fill>
      </a:tcStyle>
    </a:lastCol>
    <a:firstCol>
      <a:tcTxStyle b="on" i="off">
        <a:font>
          <a:latin typeface="Meiryo UI"/>
          <a:ea typeface="Meiryo UI"/>
          <a:cs typeface="Meiryo UI"/>
        </a:font>
        <a:schemeClr val="lt1"/>
      </a:tcTxStyle>
      <a:tcStyle>
        <a:tcBdr/>
        <a:fill>
          <a:solidFill>
            <a:schemeClr val="accent1"/>
          </a:solidFill>
        </a:fill>
      </a:tcStyle>
    </a:firstCol>
    <a:lastRow>
      <a:tcTxStyle b="on" i="off">
        <a:font>
          <a:latin typeface="Meiryo UI"/>
          <a:ea typeface="Meiryo UI"/>
          <a:cs typeface="Meiryo UI"/>
        </a:font>
        <a:schemeClr val="lt1"/>
      </a:tcTxStyle>
      <a:tcStyle>
        <a:tcBdr>
          <a:top>
            <a:ln w="38100" cap="flat" cmpd="sng">
              <a:solidFill>
                <a:schemeClr val="lt1"/>
              </a:solidFill>
              <a:prstDash val="solid"/>
              <a:round/>
              <a:headEnd type="none" w="sm" len="sm"/>
              <a:tailEnd type="none" w="sm" len="sm"/>
            </a:ln>
          </a:top>
        </a:tcBdr>
        <a:fill>
          <a:solidFill>
            <a:schemeClr val="accent1"/>
          </a:solidFill>
        </a:fill>
      </a:tcStyle>
    </a:lastRow>
    <a:seCell>
      <a:tcTxStyle b="off" i="off"/>
      <a:tcStyle>
        <a:tcBdr/>
      </a:tcStyle>
    </a:seCell>
    <a:swCell>
      <a:tcTxStyle b="off" i="off"/>
      <a:tcStyle>
        <a:tcBdr/>
      </a:tcStyle>
    </a:swCell>
    <a:firstRow>
      <a:tcTxStyle b="on" i="off">
        <a:font>
          <a:latin typeface="Meiryo UI"/>
          <a:ea typeface="Meiryo UI"/>
          <a:cs typeface="Meiryo UI"/>
        </a:font>
        <a:schemeClr val="lt1"/>
      </a:tcTxStyle>
      <a:tcStyle>
        <a:tcBdr>
          <a:bottom>
            <a:ln w="38100" cap="flat" cmpd="sng">
              <a:solidFill>
                <a:schemeClr val="lt1"/>
              </a:solidFill>
              <a:prstDash val="solid"/>
              <a:round/>
              <a:headEnd type="none" w="sm" len="sm"/>
              <a:tailEnd type="none" w="sm" len="sm"/>
            </a:ln>
          </a:bottom>
        </a:tcBdr>
        <a:fill>
          <a:solidFill>
            <a:schemeClr val="accent1"/>
          </a:solidFill>
        </a:fill>
      </a:tcStyle>
    </a:firstRow>
    <a:neCell>
      <a:tcTxStyle b="off" i="off"/>
      <a:tcStyle>
        <a:tcBdr/>
      </a:tcStyle>
    </a:neCell>
    <a:nwCell>
      <a:tcTxStyle b="off" i="off"/>
      <a:tcStyle>
        <a:tcBdr/>
      </a:tcStyle>
    </a:nwCell>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0640" autoAdjust="0"/>
  </p:normalViewPr>
  <p:slideViewPr>
    <p:cSldViewPr snapToGrid="0">
      <p:cViewPr>
        <p:scale>
          <a:sx n="75" d="100"/>
          <a:sy n="75" d="100"/>
        </p:scale>
        <p:origin x="1411" y="72"/>
      </p:cViewPr>
      <p:guideLst>
        <p:guide pos="262"/>
        <p:guide orient="horz" pos="2160"/>
        <p:guide pos="5978"/>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8" Type="http://schemas.openxmlformats.org/officeDocument/2006/relationships/presProps" Target="presProps.xml"/><Relationship Id="rId3" Type="http://schemas.openxmlformats.org/officeDocument/2006/relationships/slide" Target="slides/slide2.xml"/><Relationship Id="rId21" Type="http://schemas.openxmlformats.org/officeDocument/2006/relationships/tableStyles" Target="tableStyles.xml"/><Relationship Id="rId7" Type="http://schemas.openxmlformats.org/officeDocument/2006/relationships/slide" Target="slides/slide6.xml"/><Relationship Id="rId17" Type="http://customschemas.google.com/relationships/presentationmetadata" Target="metadata"/><Relationship Id="rId2" Type="http://schemas.openxmlformats.org/officeDocument/2006/relationships/slide" Target="slides/slide1.xml"/><Relationship Id="rId20" Type="http://schemas.openxmlformats.org/officeDocument/2006/relationships/theme" Target="theme/theme1.xml"/><Relationship Id="rId1" Type="http://schemas.openxmlformats.org/officeDocument/2006/relationships/slideMaster" Target="slideMasters/slideMaster1.xml"/><Relationship Id="rId6" Type="http://schemas.openxmlformats.org/officeDocument/2006/relationships/slide" Target="slides/slide5.xml"/><Relationship Id="rId5" Type="http://schemas.openxmlformats.org/officeDocument/2006/relationships/slide" Target="slides/slide4.xml"/><Relationship Id="rId19" Type="http://schemas.openxmlformats.org/officeDocument/2006/relationships/viewProps" Target="viewProps.xml"/><Relationship Id="rId4" Type="http://schemas.openxmlformats.org/officeDocument/2006/relationships/slide" Target="slides/slide3.xml"/><Relationship Id="rId9" Type="http://schemas.openxmlformats.org/officeDocument/2006/relationships/notesMaster" Target="notesMasters/notesMaster1.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Shape 2"/>
        <p:cNvGrpSpPr/>
        <p:nvPr/>
      </p:nvGrpSpPr>
      <p:grpSpPr>
        <a:xfrm>
          <a:off x="0" y="0"/>
          <a:ext cx="0" cy="0"/>
          <a:chOff x="0" y="0"/>
          <a:chExt cx="0" cy="0"/>
        </a:xfrm>
      </p:grpSpPr>
      <p:sp>
        <p:nvSpPr>
          <p:cNvPr id="3" name="Google Shape;3;n"/>
          <p:cNvSpPr txBox="1">
            <a:spLocks noGrp="1"/>
          </p:cNvSpPr>
          <p:nvPr>
            <p:ph type="hdr" idx="2"/>
          </p:nvPr>
        </p:nvSpPr>
        <p:spPr>
          <a:xfrm>
            <a:off x="0" y="0"/>
            <a:ext cx="3076575" cy="512763"/>
          </a:xfrm>
          <a:prstGeom prst="rect">
            <a:avLst/>
          </a:prstGeom>
          <a:noFill/>
          <a:ln>
            <a:noFill/>
          </a:ln>
        </p:spPr>
        <p:txBody>
          <a:bodyPr spcFirstLastPara="1" wrap="square" lIns="91425" tIns="45700" rIns="91425" bIns="45700" anchor="t" anchorCtr="0">
            <a:noAutofit/>
          </a:bodyPr>
          <a:lstStyle>
            <a:lvl1pPr marR="0" lvl="0" algn="l" rtl="0">
              <a:lnSpc>
                <a:spcPct val="100000"/>
              </a:lnSpc>
              <a:spcBef>
                <a:spcPts val="0"/>
              </a:spcBef>
              <a:spcAft>
                <a:spcPts val="0"/>
              </a:spcAft>
              <a:buClr>
                <a:srgbClr val="000000"/>
              </a:buClr>
              <a:buSzPts val="1400"/>
              <a:buFont typeface="Arial"/>
              <a:buNone/>
              <a:defRPr sz="1200" b="0" i="0" u="none" strike="noStrike" cap="none">
                <a:solidFill>
                  <a:schemeClr val="dk1"/>
                </a:solidFill>
                <a:latin typeface="Calibri"/>
                <a:ea typeface="Calibri"/>
                <a:cs typeface="Calibri"/>
                <a:sym typeface="Calibri"/>
              </a:defRPr>
            </a:lvl1pPr>
            <a:lvl2pPr marR="0" lvl="1"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2pPr>
            <a:lvl3pPr marR="0" lvl="2"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3pPr>
            <a:lvl4pPr marR="0" lvl="3"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4pPr>
            <a:lvl5pPr marR="0" lvl="4"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5pPr>
            <a:lvl6pPr marR="0" lvl="5"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6pPr>
            <a:lvl7pPr marR="0" lvl="6"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7pPr>
            <a:lvl8pPr marR="0" lvl="7"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8pPr>
            <a:lvl9pPr marR="0" lvl="8"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9pPr>
          </a:lstStyle>
          <a:p>
            <a:endParaRPr/>
          </a:p>
        </p:txBody>
      </p:sp>
      <p:sp>
        <p:nvSpPr>
          <p:cNvPr id="4" name="Google Shape;4;n"/>
          <p:cNvSpPr txBox="1">
            <a:spLocks noGrp="1"/>
          </p:cNvSpPr>
          <p:nvPr>
            <p:ph type="dt" idx="10"/>
          </p:nvPr>
        </p:nvSpPr>
        <p:spPr>
          <a:xfrm>
            <a:off x="4021138" y="0"/>
            <a:ext cx="3076575" cy="512763"/>
          </a:xfrm>
          <a:prstGeom prst="rect">
            <a:avLst/>
          </a:prstGeom>
          <a:noFill/>
          <a:ln>
            <a:noFill/>
          </a:ln>
        </p:spPr>
        <p:txBody>
          <a:bodyPr spcFirstLastPara="1" wrap="square" lIns="91425" tIns="45700" rIns="91425" bIns="45700" anchor="t" anchorCtr="0">
            <a:noAutofit/>
          </a:bodyPr>
          <a:lstStyle>
            <a:lvl1pPr marR="0" lvl="0" algn="r" rtl="0">
              <a:lnSpc>
                <a:spcPct val="100000"/>
              </a:lnSpc>
              <a:spcBef>
                <a:spcPts val="0"/>
              </a:spcBef>
              <a:spcAft>
                <a:spcPts val="0"/>
              </a:spcAft>
              <a:buClr>
                <a:srgbClr val="000000"/>
              </a:buClr>
              <a:buSzPts val="1400"/>
              <a:buFont typeface="Arial"/>
              <a:buNone/>
              <a:defRPr sz="1200" b="0" i="0" u="none" strike="noStrike" cap="none">
                <a:solidFill>
                  <a:schemeClr val="dk1"/>
                </a:solidFill>
                <a:latin typeface="Calibri"/>
                <a:ea typeface="Calibri"/>
                <a:cs typeface="Calibri"/>
                <a:sym typeface="Calibri"/>
              </a:defRPr>
            </a:lvl1pPr>
            <a:lvl2pPr marR="0" lvl="1"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2pPr>
            <a:lvl3pPr marR="0" lvl="2"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3pPr>
            <a:lvl4pPr marR="0" lvl="3"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4pPr>
            <a:lvl5pPr marR="0" lvl="4"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5pPr>
            <a:lvl6pPr marR="0" lvl="5"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6pPr>
            <a:lvl7pPr marR="0" lvl="6"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7pPr>
            <a:lvl8pPr marR="0" lvl="7"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8pPr>
            <a:lvl9pPr marR="0" lvl="8"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9pPr>
          </a:lstStyle>
          <a:p>
            <a:endParaRPr/>
          </a:p>
        </p:txBody>
      </p:sp>
      <p:sp>
        <p:nvSpPr>
          <p:cNvPr id="5" name="Google Shape;5;n"/>
          <p:cNvSpPr>
            <a:spLocks noGrp="1" noRot="1" noChangeAspect="1"/>
          </p:cNvSpPr>
          <p:nvPr>
            <p:ph type="sldImg" idx="3"/>
          </p:nvPr>
        </p:nvSpPr>
        <p:spPr>
          <a:xfrm>
            <a:off x="1054100" y="1279525"/>
            <a:ext cx="4991100" cy="34544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6" name="Google Shape;6;n"/>
          <p:cNvSpPr txBox="1">
            <a:spLocks noGrp="1"/>
          </p:cNvSpPr>
          <p:nvPr>
            <p:ph type="body" idx="1"/>
          </p:nvPr>
        </p:nvSpPr>
        <p:spPr>
          <a:xfrm>
            <a:off x="709613" y="4926013"/>
            <a:ext cx="5680075" cy="4029075"/>
          </a:xfrm>
          <a:prstGeom prst="rect">
            <a:avLst/>
          </a:prstGeom>
          <a:noFill/>
          <a:ln>
            <a:noFill/>
          </a:ln>
        </p:spPr>
        <p:txBody>
          <a:bodyPr spcFirstLastPara="1" wrap="square" lIns="91425" tIns="45700" rIns="91425" bIns="45700" anchor="t" anchorCtr="0">
            <a:noAutofit/>
          </a:bodyPr>
          <a:lstStyle>
            <a:lvl1pPr marL="457200" marR="0" lvl="0" indent="-228600" algn="l" rtl="0">
              <a:lnSpc>
                <a:spcPct val="100000"/>
              </a:lnSpc>
              <a:spcBef>
                <a:spcPts val="0"/>
              </a:spcBef>
              <a:spcAft>
                <a:spcPts val="0"/>
              </a:spcAft>
              <a:buClr>
                <a:srgbClr val="000000"/>
              </a:buClr>
              <a:buSzPts val="1400"/>
              <a:buFont typeface="Arial"/>
              <a:buNone/>
              <a:defRPr sz="1200" b="0" i="0" u="none" strike="noStrike" cap="none">
                <a:solidFill>
                  <a:schemeClr val="dk1"/>
                </a:solidFill>
                <a:latin typeface="Calibri"/>
                <a:ea typeface="Calibri"/>
                <a:cs typeface="Calibri"/>
                <a:sym typeface="Calibri"/>
              </a:defRPr>
            </a:lvl1pPr>
            <a:lvl2pPr marL="914400" marR="0" lvl="1" indent="-228600" algn="l" rtl="0">
              <a:lnSpc>
                <a:spcPct val="100000"/>
              </a:lnSpc>
              <a:spcBef>
                <a:spcPts val="0"/>
              </a:spcBef>
              <a:spcAft>
                <a:spcPts val="0"/>
              </a:spcAft>
              <a:buClr>
                <a:srgbClr val="000000"/>
              </a:buClr>
              <a:buSzPts val="1400"/>
              <a:buFont typeface="Arial"/>
              <a:buNone/>
              <a:defRPr sz="1200" b="0" i="0" u="none" strike="noStrike" cap="none">
                <a:solidFill>
                  <a:schemeClr val="dk1"/>
                </a:solidFill>
                <a:latin typeface="Calibri"/>
                <a:ea typeface="Calibri"/>
                <a:cs typeface="Calibri"/>
                <a:sym typeface="Calibri"/>
              </a:defRPr>
            </a:lvl2pPr>
            <a:lvl3pPr marL="1371600" marR="0" lvl="2" indent="-228600" algn="l" rtl="0">
              <a:lnSpc>
                <a:spcPct val="100000"/>
              </a:lnSpc>
              <a:spcBef>
                <a:spcPts val="0"/>
              </a:spcBef>
              <a:spcAft>
                <a:spcPts val="0"/>
              </a:spcAft>
              <a:buClr>
                <a:srgbClr val="000000"/>
              </a:buClr>
              <a:buSzPts val="1400"/>
              <a:buFont typeface="Arial"/>
              <a:buNone/>
              <a:defRPr sz="1200" b="0" i="0" u="none" strike="noStrike" cap="none">
                <a:solidFill>
                  <a:schemeClr val="dk1"/>
                </a:solidFill>
                <a:latin typeface="Calibri"/>
                <a:ea typeface="Calibri"/>
                <a:cs typeface="Calibri"/>
                <a:sym typeface="Calibri"/>
              </a:defRPr>
            </a:lvl3pPr>
            <a:lvl4pPr marL="1828800" marR="0" lvl="3" indent="-228600" algn="l" rtl="0">
              <a:lnSpc>
                <a:spcPct val="100000"/>
              </a:lnSpc>
              <a:spcBef>
                <a:spcPts val="0"/>
              </a:spcBef>
              <a:spcAft>
                <a:spcPts val="0"/>
              </a:spcAft>
              <a:buClr>
                <a:srgbClr val="000000"/>
              </a:buClr>
              <a:buSzPts val="1400"/>
              <a:buFont typeface="Arial"/>
              <a:buNone/>
              <a:defRPr sz="1200" b="0" i="0" u="none" strike="noStrike" cap="none">
                <a:solidFill>
                  <a:schemeClr val="dk1"/>
                </a:solidFill>
                <a:latin typeface="Calibri"/>
                <a:ea typeface="Calibri"/>
                <a:cs typeface="Calibri"/>
                <a:sym typeface="Calibri"/>
              </a:defRPr>
            </a:lvl4pPr>
            <a:lvl5pPr marL="2286000" marR="0" lvl="4" indent="-228600" algn="l" rtl="0">
              <a:lnSpc>
                <a:spcPct val="100000"/>
              </a:lnSpc>
              <a:spcBef>
                <a:spcPts val="0"/>
              </a:spcBef>
              <a:spcAft>
                <a:spcPts val="0"/>
              </a:spcAft>
              <a:buClr>
                <a:srgbClr val="000000"/>
              </a:buClr>
              <a:buSzPts val="1400"/>
              <a:buFont typeface="Arial"/>
              <a:buNone/>
              <a:defRPr sz="1200" b="0" i="0" u="none" strike="noStrike" cap="none">
                <a:solidFill>
                  <a:schemeClr val="dk1"/>
                </a:solidFill>
                <a:latin typeface="Calibri"/>
                <a:ea typeface="Calibri"/>
                <a:cs typeface="Calibri"/>
                <a:sym typeface="Calibri"/>
              </a:defRPr>
            </a:lvl5pPr>
            <a:lvl6pPr marL="2743200" marR="0" lvl="5" indent="-228600" algn="l" rtl="0">
              <a:lnSpc>
                <a:spcPct val="100000"/>
              </a:lnSpc>
              <a:spcBef>
                <a:spcPts val="0"/>
              </a:spcBef>
              <a:spcAft>
                <a:spcPts val="0"/>
              </a:spcAft>
              <a:buClr>
                <a:srgbClr val="000000"/>
              </a:buClr>
              <a:buSzPts val="1400"/>
              <a:buFont typeface="Arial"/>
              <a:buNone/>
              <a:defRPr sz="1200" b="0" i="0" u="none" strike="noStrike" cap="none">
                <a:solidFill>
                  <a:schemeClr val="dk1"/>
                </a:solidFill>
                <a:latin typeface="Calibri"/>
                <a:ea typeface="Calibri"/>
                <a:cs typeface="Calibri"/>
                <a:sym typeface="Calibri"/>
              </a:defRPr>
            </a:lvl6pPr>
            <a:lvl7pPr marL="3200400" marR="0" lvl="6" indent="-228600" algn="l" rtl="0">
              <a:lnSpc>
                <a:spcPct val="100000"/>
              </a:lnSpc>
              <a:spcBef>
                <a:spcPts val="0"/>
              </a:spcBef>
              <a:spcAft>
                <a:spcPts val="0"/>
              </a:spcAft>
              <a:buClr>
                <a:srgbClr val="000000"/>
              </a:buClr>
              <a:buSzPts val="1400"/>
              <a:buFont typeface="Arial"/>
              <a:buNone/>
              <a:defRPr sz="1200" b="0" i="0" u="none" strike="noStrike" cap="none">
                <a:solidFill>
                  <a:schemeClr val="dk1"/>
                </a:solidFill>
                <a:latin typeface="Calibri"/>
                <a:ea typeface="Calibri"/>
                <a:cs typeface="Calibri"/>
                <a:sym typeface="Calibri"/>
              </a:defRPr>
            </a:lvl7pPr>
            <a:lvl8pPr marL="3657600" marR="0" lvl="7" indent="-228600" algn="l" rtl="0">
              <a:lnSpc>
                <a:spcPct val="100000"/>
              </a:lnSpc>
              <a:spcBef>
                <a:spcPts val="0"/>
              </a:spcBef>
              <a:spcAft>
                <a:spcPts val="0"/>
              </a:spcAft>
              <a:buClr>
                <a:srgbClr val="000000"/>
              </a:buClr>
              <a:buSzPts val="1400"/>
              <a:buFont typeface="Arial"/>
              <a:buNone/>
              <a:defRPr sz="1200" b="0" i="0" u="none" strike="noStrike" cap="none">
                <a:solidFill>
                  <a:schemeClr val="dk1"/>
                </a:solidFill>
                <a:latin typeface="Calibri"/>
                <a:ea typeface="Calibri"/>
                <a:cs typeface="Calibri"/>
                <a:sym typeface="Calibri"/>
              </a:defRPr>
            </a:lvl8pPr>
            <a:lvl9pPr marL="4114800" marR="0" lvl="8" indent="-228600" algn="l" rtl="0">
              <a:lnSpc>
                <a:spcPct val="100000"/>
              </a:lnSpc>
              <a:spcBef>
                <a:spcPts val="0"/>
              </a:spcBef>
              <a:spcAft>
                <a:spcPts val="0"/>
              </a:spcAft>
              <a:buClr>
                <a:srgbClr val="000000"/>
              </a:buClr>
              <a:buSzPts val="1400"/>
              <a:buFont typeface="Arial"/>
              <a:buNone/>
              <a:defRPr sz="1200" b="0" i="0" u="none" strike="noStrike" cap="none">
                <a:solidFill>
                  <a:schemeClr val="dk1"/>
                </a:solidFill>
                <a:latin typeface="Calibri"/>
                <a:ea typeface="Calibri"/>
                <a:cs typeface="Calibri"/>
                <a:sym typeface="Calibri"/>
              </a:defRPr>
            </a:lvl9pPr>
          </a:lstStyle>
          <a:p>
            <a:endParaRPr/>
          </a:p>
        </p:txBody>
      </p:sp>
      <p:sp>
        <p:nvSpPr>
          <p:cNvPr id="7" name="Google Shape;7;n"/>
          <p:cNvSpPr txBox="1">
            <a:spLocks noGrp="1"/>
          </p:cNvSpPr>
          <p:nvPr>
            <p:ph type="ftr" idx="11"/>
          </p:nvPr>
        </p:nvSpPr>
        <p:spPr>
          <a:xfrm>
            <a:off x="0" y="9721850"/>
            <a:ext cx="3076575" cy="512763"/>
          </a:xfrm>
          <a:prstGeom prst="rect">
            <a:avLst/>
          </a:prstGeom>
          <a:noFill/>
          <a:ln>
            <a:noFill/>
          </a:ln>
        </p:spPr>
        <p:txBody>
          <a:bodyPr spcFirstLastPara="1" wrap="square" lIns="91425" tIns="45700" rIns="91425" bIns="45700" anchor="b" anchorCtr="0">
            <a:noAutofit/>
          </a:bodyPr>
          <a:lstStyle>
            <a:lvl1pPr marR="0" lvl="0" algn="l" rtl="0">
              <a:lnSpc>
                <a:spcPct val="100000"/>
              </a:lnSpc>
              <a:spcBef>
                <a:spcPts val="0"/>
              </a:spcBef>
              <a:spcAft>
                <a:spcPts val="0"/>
              </a:spcAft>
              <a:buClr>
                <a:srgbClr val="000000"/>
              </a:buClr>
              <a:buSzPts val="1400"/>
              <a:buFont typeface="Arial"/>
              <a:buNone/>
              <a:defRPr sz="1200" b="0" i="0" u="none" strike="noStrike" cap="none">
                <a:solidFill>
                  <a:schemeClr val="dk1"/>
                </a:solidFill>
                <a:latin typeface="Calibri"/>
                <a:ea typeface="Calibri"/>
                <a:cs typeface="Calibri"/>
                <a:sym typeface="Calibri"/>
              </a:defRPr>
            </a:lvl1pPr>
            <a:lvl2pPr marR="0" lvl="1"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2pPr>
            <a:lvl3pPr marR="0" lvl="2"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3pPr>
            <a:lvl4pPr marR="0" lvl="3"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4pPr>
            <a:lvl5pPr marR="0" lvl="4"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5pPr>
            <a:lvl6pPr marR="0" lvl="5"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6pPr>
            <a:lvl7pPr marR="0" lvl="6"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7pPr>
            <a:lvl8pPr marR="0" lvl="7"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8pPr>
            <a:lvl9pPr marR="0" lvl="8"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9pPr>
          </a:lstStyle>
          <a:p>
            <a:endParaRPr/>
          </a:p>
        </p:txBody>
      </p:sp>
      <p:sp>
        <p:nvSpPr>
          <p:cNvPr id="8" name="Google Shape;8;n"/>
          <p:cNvSpPr txBox="1">
            <a:spLocks noGrp="1"/>
          </p:cNvSpPr>
          <p:nvPr>
            <p:ph type="sldNum" idx="12"/>
          </p:nvPr>
        </p:nvSpPr>
        <p:spPr>
          <a:xfrm>
            <a:off x="4021138" y="9721850"/>
            <a:ext cx="3076575" cy="512763"/>
          </a:xfrm>
          <a:prstGeom prst="rect">
            <a:avLst/>
          </a:prstGeom>
          <a:noFill/>
          <a:ln>
            <a:noFill/>
          </a:ln>
        </p:spPr>
        <p:txBody>
          <a:bodyPr spcFirstLastPara="1" wrap="square" lIns="91425" tIns="45700" rIns="91425" bIns="45700" anchor="b" anchorCtr="0">
            <a:noAutofit/>
          </a:bodyPr>
          <a:lstStyle/>
          <a:p>
            <a:pPr marL="0" marR="0" lvl="0" indent="0" algn="r" rtl="0">
              <a:lnSpc>
                <a:spcPct val="100000"/>
              </a:lnSpc>
              <a:spcBef>
                <a:spcPts val="0"/>
              </a:spcBef>
              <a:spcAft>
                <a:spcPts val="0"/>
              </a:spcAft>
              <a:buClr>
                <a:srgbClr val="000000"/>
              </a:buClr>
              <a:buSzPts val="1200"/>
              <a:buFont typeface="Arial"/>
              <a:buNone/>
            </a:pPr>
            <a:fld id="{00000000-1234-1234-1234-123412341234}" type="slidenum">
              <a:rPr lang="ja-JP" sz="1200" b="0" i="0" u="none" strike="noStrike" cap="none">
                <a:solidFill>
                  <a:schemeClr val="dk1"/>
                </a:solidFill>
                <a:latin typeface="Calibri"/>
                <a:ea typeface="Calibri"/>
                <a:cs typeface="Calibri"/>
                <a:sym typeface="Calibri"/>
              </a:rPr>
              <a:t>‹#›</a:t>
            </a:fld>
            <a:endParaRPr sz="1200" b="0" i="0" u="none" strike="noStrike" cap="none">
              <a:solidFill>
                <a:schemeClr val="dk1"/>
              </a:solidFill>
              <a:latin typeface="Calibri"/>
              <a:ea typeface="Calibri"/>
              <a:cs typeface="Calibri"/>
              <a:sym typeface="Calibri"/>
            </a:endParaRPr>
          </a:p>
        </p:txBody>
      </p:sp>
    </p:spTree>
  </p:cSld>
  <p:clrMap bg1="lt1" tx1="dk1" bg2="dk2" tx2="lt2" accent1="accent1" accent2="accent2" accent3="accent3" accent4="accent4" accent5="accent5" accent6="accent6" hlink="hlink" folHlink="folHlink"/>
  <p:notes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47"/>
        <p:cNvGrpSpPr/>
        <p:nvPr/>
      </p:nvGrpSpPr>
      <p:grpSpPr>
        <a:xfrm>
          <a:off x="0" y="0"/>
          <a:ext cx="0" cy="0"/>
          <a:chOff x="0" y="0"/>
          <a:chExt cx="0" cy="0"/>
        </a:xfrm>
      </p:grpSpPr>
      <p:sp>
        <p:nvSpPr>
          <p:cNvPr id="48" name="Google Shape;48;p1:notes"/>
          <p:cNvSpPr txBox="1">
            <a:spLocks noGrp="1"/>
          </p:cNvSpPr>
          <p:nvPr>
            <p:ph type="body" idx="1"/>
          </p:nvPr>
        </p:nvSpPr>
        <p:spPr>
          <a:xfrm>
            <a:off x="709613" y="4926013"/>
            <a:ext cx="5680075" cy="4029075"/>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49" name="Google Shape;49;p1:notes"/>
          <p:cNvSpPr>
            <a:spLocks noGrp="1" noRot="1" noChangeAspect="1"/>
          </p:cNvSpPr>
          <p:nvPr>
            <p:ph type="sldImg" idx="2"/>
          </p:nvPr>
        </p:nvSpPr>
        <p:spPr>
          <a:xfrm>
            <a:off x="1054100" y="1279525"/>
            <a:ext cx="4991100" cy="34544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53"/>
        <p:cNvGrpSpPr/>
        <p:nvPr/>
      </p:nvGrpSpPr>
      <p:grpSpPr>
        <a:xfrm>
          <a:off x="0" y="0"/>
          <a:ext cx="0" cy="0"/>
          <a:chOff x="0" y="0"/>
          <a:chExt cx="0" cy="0"/>
        </a:xfrm>
      </p:grpSpPr>
      <p:sp>
        <p:nvSpPr>
          <p:cNvPr id="54" name="Google Shape;54;p2:notes"/>
          <p:cNvSpPr txBox="1">
            <a:spLocks noGrp="1"/>
          </p:cNvSpPr>
          <p:nvPr>
            <p:ph type="body" idx="1"/>
          </p:nvPr>
        </p:nvSpPr>
        <p:spPr>
          <a:xfrm>
            <a:off x="709613" y="4926013"/>
            <a:ext cx="5680075" cy="4029075"/>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55" name="Google Shape;55;p2:notes"/>
          <p:cNvSpPr>
            <a:spLocks noGrp="1" noRot="1" noChangeAspect="1"/>
          </p:cNvSpPr>
          <p:nvPr>
            <p:ph type="sldImg" idx="2"/>
          </p:nvPr>
        </p:nvSpPr>
        <p:spPr>
          <a:xfrm>
            <a:off x="1054100" y="1279525"/>
            <a:ext cx="4991100" cy="34544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60"/>
        <p:cNvGrpSpPr/>
        <p:nvPr/>
      </p:nvGrpSpPr>
      <p:grpSpPr>
        <a:xfrm>
          <a:off x="0" y="0"/>
          <a:ext cx="0" cy="0"/>
          <a:chOff x="0" y="0"/>
          <a:chExt cx="0" cy="0"/>
        </a:xfrm>
      </p:grpSpPr>
      <p:sp>
        <p:nvSpPr>
          <p:cNvPr id="61" name="Google Shape;61;p3:notes"/>
          <p:cNvSpPr txBox="1">
            <a:spLocks noGrp="1"/>
          </p:cNvSpPr>
          <p:nvPr>
            <p:ph type="body" idx="1"/>
          </p:nvPr>
        </p:nvSpPr>
        <p:spPr>
          <a:xfrm>
            <a:off x="709613" y="4926013"/>
            <a:ext cx="5680075" cy="4029075"/>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62" name="Google Shape;62;p3:notes"/>
          <p:cNvSpPr>
            <a:spLocks noGrp="1" noRot="1" noChangeAspect="1"/>
          </p:cNvSpPr>
          <p:nvPr>
            <p:ph type="sldImg" idx="2"/>
          </p:nvPr>
        </p:nvSpPr>
        <p:spPr>
          <a:xfrm>
            <a:off x="1054100" y="1279525"/>
            <a:ext cx="4991100" cy="34544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60"/>
        <p:cNvGrpSpPr/>
        <p:nvPr/>
      </p:nvGrpSpPr>
      <p:grpSpPr>
        <a:xfrm>
          <a:off x="0" y="0"/>
          <a:ext cx="0" cy="0"/>
          <a:chOff x="0" y="0"/>
          <a:chExt cx="0" cy="0"/>
        </a:xfrm>
      </p:grpSpPr>
      <p:sp>
        <p:nvSpPr>
          <p:cNvPr id="61" name="Google Shape;61;p3:notes"/>
          <p:cNvSpPr txBox="1">
            <a:spLocks noGrp="1"/>
          </p:cNvSpPr>
          <p:nvPr>
            <p:ph type="body" idx="1"/>
          </p:nvPr>
        </p:nvSpPr>
        <p:spPr>
          <a:xfrm>
            <a:off x="709613" y="4926013"/>
            <a:ext cx="5680075" cy="4029075"/>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r>
              <a:rPr lang="ja-JP" altLang="en-US" dirty="0" smtClean="0"/>
              <a:t>最低限入れてほしい内容です。</a:t>
            </a:r>
            <a:endParaRPr lang="en-US" altLang="ja-JP" dirty="0" smtClean="0"/>
          </a:p>
          <a:p>
            <a:pPr marL="0" lvl="0" indent="0" algn="l" rtl="0">
              <a:lnSpc>
                <a:spcPct val="100000"/>
              </a:lnSpc>
              <a:spcBef>
                <a:spcPts val="0"/>
              </a:spcBef>
              <a:spcAft>
                <a:spcPts val="0"/>
              </a:spcAft>
              <a:buSzPts val="1400"/>
              <a:buNone/>
            </a:pPr>
            <a:r>
              <a:rPr lang="ja-JP" altLang="en-US" dirty="0" smtClean="0"/>
              <a:t>このほかに</a:t>
            </a:r>
            <a:r>
              <a:rPr lang="en-US" altLang="ja-JP" dirty="0" err="1" smtClean="0"/>
              <a:t>Cera</a:t>
            </a:r>
            <a:r>
              <a:rPr lang="en-US" altLang="ja-JP" dirty="0" smtClean="0"/>
              <a:t>-</a:t>
            </a:r>
            <a:r>
              <a:rPr lang="ja-JP" altLang="en-US" dirty="0" smtClean="0"/>
              <a:t>ｾﾗ</a:t>
            </a:r>
            <a:r>
              <a:rPr lang="en-US" altLang="ja-JP" dirty="0" smtClean="0"/>
              <a:t>-</a:t>
            </a:r>
            <a:r>
              <a:rPr lang="ja-JP" altLang="en-US" dirty="0" err="1" smtClean="0"/>
              <a:t>さんや</a:t>
            </a:r>
            <a:r>
              <a:rPr lang="ja-JP" altLang="en-US" dirty="0" smtClean="0"/>
              <a:t>ユーザが喜びそうな機能があれば自由に足していただいて結構です。</a:t>
            </a:r>
            <a:endParaRPr dirty="0"/>
          </a:p>
        </p:txBody>
      </p:sp>
      <p:sp>
        <p:nvSpPr>
          <p:cNvPr id="62" name="Google Shape;62;p3:notes"/>
          <p:cNvSpPr>
            <a:spLocks noGrp="1" noRot="1" noChangeAspect="1"/>
          </p:cNvSpPr>
          <p:nvPr>
            <p:ph type="sldImg" idx="2"/>
          </p:nvPr>
        </p:nvSpPr>
        <p:spPr>
          <a:xfrm>
            <a:off x="1054100" y="1279525"/>
            <a:ext cx="4991100" cy="34544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Tree>
    <p:extLst>
      <p:ext uri="{BB962C8B-B14F-4D97-AF65-F5344CB8AC3E}">
        <p14:creationId xmlns:p14="http://schemas.microsoft.com/office/powerpoint/2010/main" val="3598570688"/>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34"/>
        <p:cNvGrpSpPr/>
        <p:nvPr/>
      </p:nvGrpSpPr>
      <p:grpSpPr>
        <a:xfrm>
          <a:off x="0" y="0"/>
          <a:ext cx="0" cy="0"/>
          <a:chOff x="0" y="0"/>
          <a:chExt cx="0" cy="0"/>
        </a:xfrm>
      </p:grpSpPr>
      <p:sp>
        <p:nvSpPr>
          <p:cNvPr id="135" name="Google Shape;135;p7:notes"/>
          <p:cNvSpPr txBox="1">
            <a:spLocks noGrp="1"/>
          </p:cNvSpPr>
          <p:nvPr>
            <p:ph type="body" idx="1"/>
          </p:nvPr>
        </p:nvSpPr>
        <p:spPr>
          <a:xfrm>
            <a:off x="709613" y="4926013"/>
            <a:ext cx="5680075" cy="4029075"/>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r>
              <a:rPr lang="en-US" altLang="ja-JP" dirty="0" smtClean="0"/>
              <a:t>【</a:t>
            </a:r>
            <a:r>
              <a:rPr lang="ja-JP" altLang="en-US" dirty="0" smtClean="0"/>
              <a:t>強調して伝えたい点</a:t>
            </a:r>
            <a:r>
              <a:rPr lang="en-US" altLang="ja-JP" dirty="0" smtClean="0"/>
              <a:t>】</a:t>
            </a:r>
          </a:p>
          <a:p>
            <a:pPr marL="0" lvl="0" indent="0" algn="l" rtl="0">
              <a:lnSpc>
                <a:spcPct val="100000"/>
              </a:lnSpc>
              <a:spcBef>
                <a:spcPts val="0"/>
              </a:spcBef>
              <a:spcAft>
                <a:spcPts val="0"/>
              </a:spcAft>
              <a:buSzPts val="1400"/>
              <a:buNone/>
            </a:pPr>
            <a:r>
              <a:rPr lang="ja-JP" altLang="en-US" dirty="0" smtClean="0"/>
              <a:t>・グループごとに発表者を</a:t>
            </a:r>
            <a:r>
              <a:rPr lang="en-US" altLang="ja-JP" dirty="0" smtClean="0"/>
              <a:t>1</a:t>
            </a:r>
            <a:r>
              <a:rPr lang="ja-JP" altLang="en-US" dirty="0" smtClean="0"/>
              <a:t>名決めておくこと</a:t>
            </a:r>
            <a:endParaRPr lang="en-US" altLang="ja-JP" dirty="0" smtClean="0"/>
          </a:p>
          <a:p>
            <a:pPr marL="0" lvl="0" indent="0" algn="l" rtl="0">
              <a:lnSpc>
                <a:spcPct val="100000"/>
              </a:lnSpc>
              <a:spcBef>
                <a:spcPts val="0"/>
              </a:spcBef>
              <a:spcAft>
                <a:spcPts val="0"/>
              </a:spcAft>
              <a:buSzPts val="1400"/>
              <a:buNone/>
            </a:pPr>
            <a:r>
              <a:rPr lang="ja-JP" altLang="en-US" dirty="0" smtClean="0"/>
              <a:t>・役割分担をしないと時間が足りなくなること</a:t>
            </a:r>
            <a:endParaRPr lang="en-US" altLang="ja-JP" dirty="0" smtClean="0"/>
          </a:p>
          <a:p>
            <a:pPr marL="0" lvl="0" indent="0" algn="l" rtl="0">
              <a:lnSpc>
                <a:spcPct val="100000"/>
              </a:lnSpc>
              <a:spcBef>
                <a:spcPts val="0"/>
              </a:spcBef>
              <a:spcAft>
                <a:spcPts val="0"/>
              </a:spcAft>
              <a:buSzPts val="1400"/>
              <a:buNone/>
            </a:pPr>
            <a:r>
              <a:rPr lang="ja-JP" altLang="en-US" dirty="0" smtClean="0"/>
              <a:t>・作成後、画面は</a:t>
            </a:r>
            <a:r>
              <a:rPr lang="en-US" altLang="ja-JP" dirty="0" smtClean="0"/>
              <a:t>1</a:t>
            </a:r>
            <a:r>
              <a:rPr lang="ja-JP" altLang="en-US" dirty="0" smtClean="0"/>
              <a:t>枚にまとめること</a:t>
            </a:r>
            <a:endParaRPr lang="en-US" altLang="ja-JP" dirty="0" smtClean="0"/>
          </a:p>
        </p:txBody>
      </p:sp>
      <p:sp>
        <p:nvSpPr>
          <p:cNvPr id="136" name="Google Shape;136;p7:notes"/>
          <p:cNvSpPr>
            <a:spLocks noGrp="1" noRot="1" noChangeAspect="1"/>
          </p:cNvSpPr>
          <p:nvPr>
            <p:ph type="sldImg" idx="2"/>
          </p:nvPr>
        </p:nvSpPr>
        <p:spPr>
          <a:xfrm>
            <a:off x="1054100" y="1279525"/>
            <a:ext cx="4991100" cy="34544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スライド イメージ プレースホルダー 1"/>
          <p:cNvSpPr>
            <a:spLocks noGrp="1" noRot="1" noChangeAspect="1"/>
          </p:cNvSpPr>
          <p:nvPr>
            <p:ph type="sldImg"/>
          </p:nvPr>
        </p:nvSpPr>
        <p:spPr/>
      </p:sp>
      <p:sp>
        <p:nvSpPr>
          <p:cNvPr id="3" name="ノート プレースホルダー 2"/>
          <p:cNvSpPr>
            <a:spLocks noGrp="1"/>
          </p:cNvSpPr>
          <p:nvPr>
            <p:ph type="body" idx="1"/>
          </p:nvPr>
        </p:nvSpPr>
        <p:spPr/>
        <p:txBody>
          <a:bodyPr/>
          <a:lstStyle/>
          <a:p>
            <a:endParaRPr kumimoji="1" lang="ja-JP" altLang="en-US" dirty="0"/>
          </a:p>
        </p:txBody>
      </p:sp>
      <p:sp>
        <p:nvSpPr>
          <p:cNvPr id="4" name="スライド番号プレースホルダー 3"/>
          <p:cNvSpPr>
            <a:spLocks noGrp="1"/>
          </p:cNvSpPr>
          <p:nvPr>
            <p:ph type="sldNum" idx="10"/>
          </p:nvPr>
        </p:nvSpPr>
        <p:spPr/>
        <p:txBody>
          <a:bodyPr/>
          <a:lstStyle/>
          <a:p>
            <a:pPr marL="0" marR="0" lvl="0" indent="0" algn="r" rtl="0">
              <a:lnSpc>
                <a:spcPct val="100000"/>
              </a:lnSpc>
              <a:spcBef>
                <a:spcPts val="0"/>
              </a:spcBef>
              <a:spcAft>
                <a:spcPts val="0"/>
              </a:spcAft>
              <a:buClr>
                <a:srgbClr val="000000"/>
              </a:buClr>
              <a:buSzPts val="1200"/>
              <a:buFont typeface="Arial"/>
              <a:buNone/>
            </a:pPr>
            <a:fld id="{00000000-1234-1234-1234-123412341234}" type="slidenum">
              <a:rPr lang="en-US" altLang="ja-JP" sz="1200" b="0" i="0" u="none" strike="noStrike" cap="none" smtClean="0">
                <a:solidFill>
                  <a:schemeClr val="dk1"/>
                </a:solidFill>
                <a:latin typeface="Calibri"/>
                <a:ea typeface="Calibri"/>
                <a:cs typeface="Calibri"/>
                <a:sym typeface="Calibri"/>
              </a:rPr>
              <a:t>6</a:t>
            </a:fld>
            <a:endParaRPr lang="ja-JP" altLang="en-US" sz="1200" b="0" i="0" u="none" strike="noStrike" cap="none">
              <a:solidFill>
                <a:schemeClr val="dk1"/>
              </a:solidFill>
              <a:latin typeface="Calibri"/>
              <a:ea typeface="Calibri"/>
              <a:cs typeface="Calibri"/>
              <a:sym typeface="Calibri"/>
            </a:endParaRPr>
          </a:p>
        </p:txBody>
      </p:sp>
    </p:spTree>
    <p:extLst>
      <p:ext uri="{BB962C8B-B14F-4D97-AF65-F5344CB8AC3E}">
        <p14:creationId xmlns:p14="http://schemas.microsoft.com/office/powerpoint/2010/main" val="120934116"/>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61"/>
        <p:cNvGrpSpPr/>
        <p:nvPr/>
      </p:nvGrpSpPr>
      <p:grpSpPr>
        <a:xfrm>
          <a:off x="0" y="0"/>
          <a:ext cx="0" cy="0"/>
          <a:chOff x="0" y="0"/>
          <a:chExt cx="0" cy="0"/>
        </a:xfrm>
      </p:grpSpPr>
      <p:sp>
        <p:nvSpPr>
          <p:cNvPr id="162" name="Google Shape;162;p9:notes"/>
          <p:cNvSpPr txBox="1">
            <a:spLocks noGrp="1"/>
          </p:cNvSpPr>
          <p:nvPr>
            <p:ph type="body" idx="1"/>
          </p:nvPr>
        </p:nvSpPr>
        <p:spPr>
          <a:xfrm>
            <a:off x="709613" y="4926013"/>
            <a:ext cx="5680075" cy="4029075"/>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163" name="Google Shape;163;p9:notes"/>
          <p:cNvSpPr>
            <a:spLocks noGrp="1" noRot="1" noChangeAspect="1"/>
          </p:cNvSpPr>
          <p:nvPr>
            <p:ph type="sldImg" idx="2"/>
          </p:nvPr>
        </p:nvSpPr>
        <p:spPr>
          <a:xfrm>
            <a:off x="1054100" y="1279525"/>
            <a:ext cx="4991100" cy="34544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1.gif"/><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image" Target="../media/image3.gif"/><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image" Target="../media/image1.gif"/><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userDrawn="1">
  <p:cSld name="ユーザー設定レイアウト">
    <p:spTree>
      <p:nvGrpSpPr>
        <p:cNvPr id="1" name=""/>
        <p:cNvGrpSpPr/>
        <p:nvPr/>
      </p:nvGrpSpPr>
      <p:grpSpPr>
        <a:xfrm>
          <a:off x="0" y="0"/>
          <a:ext cx="0" cy="0"/>
          <a:chOff x="0" y="0"/>
          <a:chExt cx="0" cy="0"/>
        </a:xfrm>
      </p:grpSpPr>
      <p:sp>
        <p:nvSpPr>
          <p:cNvPr id="6" name="正方形/長方形 5"/>
          <p:cNvSpPr/>
          <p:nvPr userDrawn="1"/>
        </p:nvSpPr>
        <p:spPr>
          <a:xfrm>
            <a:off x="208280" y="182880"/>
            <a:ext cx="9489440" cy="6492240"/>
          </a:xfrm>
          <a:prstGeom prst="rect">
            <a:avLst/>
          </a:prstGeom>
          <a:noFill/>
          <a:ln w="6350">
            <a:solidFill>
              <a:schemeClr val="bg1">
                <a:lumMod val="6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Tree>
    <p:extLst>
      <p:ext uri="{BB962C8B-B14F-4D97-AF65-F5344CB8AC3E}">
        <p14:creationId xmlns:p14="http://schemas.microsoft.com/office/powerpoint/2010/main" val="40902966"/>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matchingName="表紙" type="blank">
  <p:cSld name="BLANK">
    <p:spTree>
      <p:nvGrpSpPr>
        <p:cNvPr id="1" name="Shape 15"/>
        <p:cNvGrpSpPr/>
        <p:nvPr/>
      </p:nvGrpSpPr>
      <p:grpSpPr>
        <a:xfrm>
          <a:off x="0" y="0"/>
          <a:ext cx="0" cy="0"/>
          <a:chOff x="0" y="0"/>
          <a:chExt cx="0" cy="0"/>
        </a:xfrm>
      </p:grpSpPr>
      <p:pic>
        <p:nvPicPr>
          <p:cNvPr id="16" name="Google Shape;16;p11"/>
          <p:cNvPicPr preferRelativeResize="0"/>
          <p:nvPr/>
        </p:nvPicPr>
        <p:blipFill rotWithShape="1">
          <a:blip r:embed="rId2">
            <a:alphaModFix/>
          </a:blip>
          <a:srcRect r="79713"/>
          <a:stretch/>
        </p:blipFill>
        <p:spPr>
          <a:xfrm>
            <a:off x="184" y="0"/>
            <a:ext cx="2009592" cy="6858000"/>
          </a:xfrm>
          <a:prstGeom prst="rect">
            <a:avLst/>
          </a:prstGeom>
          <a:noFill/>
          <a:ln>
            <a:noFill/>
          </a:ln>
        </p:spPr>
      </p:pic>
      <p:pic>
        <p:nvPicPr>
          <p:cNvPr id="17" name="Google Shape;17;p11"/>
          <p:cNvPicPr preferRelativeResize="0"/>
          <p:nvPr/>
        </p:nvPicPr>
        <p:blipFill rotWithShape="1">
          <a:blip r:embed="rId3">
            <a:alphaModFix/>
          </a:blip>
          <a:srcRect/>
          <a:stretch/>
        </p:blipFill>
        <p:spPr>
          <a:xfrm>
            <a:off x="7514433" y="309793"/>
            <a:ext cx="2040955" cy="801003"/>
          </a:xfrm>
          <a:prstGeom prst="rect">
            <a:avLst/>
          </a:prstGeom>
          <a:noFill/>
          <a:ln>
            <a:noFill/>
          </a:ln>
        </p:spPr>
      </p:pic>
      <p:sp>
        <p:nvSpPr>
          <p:cNvPr id="18" name="Google Shape;18;p11"/>
          <p:cNvSpPr/>
          <p:nvPr/>
        </p:nvSpPr>
        <p:spPr>
          <a:xfrm>
            <a:off x="6837528" y="6625061"/>
            <a:ext cx="2652547" cy="135422"/>
          </a:xfrm>
          <a:prstGeom prst="rect">
            <a:avLst/>
          </a:prstGeom>
          <a:noFill/>
          <a:ln>
            <a:noFill/>
          </a:ln>
        </p:spPr>
        <p:txBody>
          <a:bodyPr spcFirstLastPara="1" wrap="square" lIns="0" tIns="0" rIns="0" bIns="0" anchor="b" anchorCtr="0">
            <a:spAutoFit/>
          </a:bodyPr>
          <a:lstStyle/>
          <a:p>
            <a:pPr marL="0" marR="0" lvl="0" indent="0" algn="r" rtl="0">
              <a:lnSpc>
                <a:spcPct val="110000"/>
              </a:lnSpc>
              <a:spcBef>
                <a:spcPts val="0"/>
              </a:spcBef>
              <a:spcAft>
                <a:spcPts val="0"/>
              </a:spcAft>
              <a:buClr>
                <a:srgbClr val="0C0C0C"/>
              </a:buClr>
              <a:buSzPts val="800"/>
              <a:buFont typeface="Arial"/>
              <a:buNone/>
            </a:pPr>
            <a:r>
              <a:rPr lang="ja-JP" sz="800" b="0" i="0" u="none" strike="noStrike" cap="none">
                <a:solidFill>
                  <a:srgbClr val="0C0C0C"/>
                </a:solidFill>
                <a:latin typeface="Arial"/>
                <a:ea typeface="Arial"/>
                <a:cs typeface="Arial"/>
                <a:sym typeface="Arial"/>
              </a:rPr>
              <a:t>© KYOCERA Communication Systems Co., Ltd.</a:t>
            </a:r>
            <a:endParaRPr sz="800" b="0" i="0" u="none" strike="noStrike" cap="none">
              <a:solidFill>
                <a:srgbClr val="0C0C0C"/>
              </a:solidFill>
              <a:latin typeface="Arial"/>
              <a:ea typeface="Arial"/>
              <a:cs typeface="Arial"/>
              <a:sym typeface="Arial"/>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matchingName="コンテンツ（装飾あり）">
  <p:cSld name="コンテンツ（装飾あり）">
    <p:spTree>
      <p:nvGrpSpPr>
        <p:cNvPr id="1" name="Shape 19"/>
        <p:cNvGrpSpPr/>
        <p:nvPr/>
      </p:nvGrpSpPr>
      <p:grpSpPr>
        <a:xfrm>
          <a:off x="0" y="0"/>
          <a:ext cx="0" cy="0"/>
          <a:chOff x="0" y="0"/>
          <a:chExt cx="0" cy="0"/>
        </a:xfrm>
      </p:grpSpPr>
      <p:pic>
        <p:nvPicPr>
          <p:cNvPr id="20" name="Google Shape;20;p12"/>
          <p:cNvPicPr preferRelativeResize="0"/>
          <p:nvPr/>
        </p:nvPicPr>
        <p:blipFill rotWithShape="1">
          <a:blip r:embed="rId2">
            <a:alphaModFix/>
          </a:blip>
          <a:srcRect l="4933" r="87504"/>
          <a:stretch/>
        </p:blipFill>
        <p:spPr>
          <a:xfrm>
            <a:off x="0" y="132"/>
            <a:ext cx="749300" cy="6857868"/>
          </a:xfrm>
          <a:prstGeom prst="rect">
            <a:avLst/>
          </a:prstGeom>
          <a:noFill/>
          <a:ln>
            <a:noFill/>
          </a:ln>
        </p:spPr>
      </p:pic>
      <p:grpSp>
        <p:nvGrpSpPr>
          <p:cNvPr id="21" name="Google Shape;21;p12"/>
          <p:cNvGrpSpPr/>
          <p:nvPr/>
        </p:nvGrpSpPr>
        <p:grpSpPr>
          <a:xfrm>
            <a:off x="944165" y="694895"/>
            <a:ext cx="8545909" cy="46800"/>
            <a:chOff x="944165" y="694895"/>
            <a:chExt cx="8545909" cy="71438"/>
          </a:xfrm>
        </p:grpSpPr>
        <p:sp>
          <p:nvSpPr>
            <p:cNvPr id="22" name="Google Shape;22;p12"/>
            <p:cNvSpPr/>
            <p:nvPr/>
          </p:nvSpPr>
          <p:spPr>
            <a:xfrm>
              <a:off x="944165" y="694895"/>
              <a:ext cx="8545909" cy="71438"/>
            </a:xfrm>
            <a:prstGeom prst="rect">
              <a:avLst/>
            </a:prstGeom>
            <a:solidFill>
              <a:srgbClr val="FF2540"/>
            </a:solidFill>
            <a:ln>
              <a:noFill/>
            </a:ln>
          </p:spPr>
          <p:txBody>
            <a:bodyPr spcFirstLastPara="1" wrap="square" lIns="25200" tIns="25200" rIns="25200" bIns="25200" anchor="ctr" anchorCtr="0">
              <a:noAutofit/>
            </a:bodyPr>
            <a:lstStyle/>
            <a:p>
              <a:pPr marL="284163" marR="0" lvl="0" indent="-284163" algn="ctr" rtl="0">
                <a:lnSpc>
                  <a:spcPct val="90000"/>
                </a:lnSpc>
                <a:spcBef>
                  <a:spcPts val="0"/>
                </a:spcBef>
                <a:spcAft>
                  <a:spcPts val="0"/>
                </a:spcAft>
                <a:buClr>
                  <a:srgbClr val="C09B00"/>
                </a:buClr>
                <a:buSzPts val="900"/>
                <a:buFont typeface="Arial"/>
                <a:buNone/>
              </a:pPr>
              <a:endParaRPr sz="900" b="1" i="0" u="none" strike="noStrike" cap="none">
                <a:solidFill>
                  <a:schemeClr val="dk1"/>
                </a:solidFill>
                <a:latin typeface="Arial"/>
                <a:ea typeface="Arial"/>
                <a:cs typeface="Arial"/>
                <a:sym typeface="Arial"/>
              </a:endParaRPr>
            </a:p>
          </p:txBody>
        </p:sp>
        <p:sp>
          <p:nvSpPr>
            <p:cNvPr id="23" name="Google Shape;23;p12"/>
            <p:cNvSpPr/>
            <p:nvPr/>
          </p:nvSpPr>
          <p:spPr>
            <a:xfrm>
              <a:off x="9199969" y="694895"/>
              <a:ext cx="72157" cy="71438"/>
            </a:xfrm>
            <a:prstGeom prst="rect">
              <a:avLst/>
            </a:prstGeom>
            <a:solidFill>
              <a:srgbClr val="EBEEF1"/>
            </a:solidFill>
            <a:ln>
              <a:noFill/>
            </a:ln>
          </p:spPr>
          <p:txBody>
            <a:bodyPr spcFirstLastPara="1" wrap="square" lIns="25200" tIns="25200" rIns="25200" bIns="25200" anchor="ctr" anchorCtr="0">
              <a:noAutofit/>
            </a:bodyPr>
            <a:lstStyle/>
            <a:p>
              <a:pPr marL="284163" marR="0" lvl="0" indent="-284163" algn="ctr" rtl="0">
                <a:lnSpc>
                  <a:spcPct val="90000"/>
                </a:lnSpc>
                <a:spcBef>
                  <a:spcPts val="0"/>
                </a:spcBef>
                <a:spcAft>
                  <a:spcPts val="0"/>
                </a:spcAft>
                <a:buClr>
                  <a:srgbClr val="C09B00"/>
                </a:buClr>
                <a:buSzPts val="900"/>
                <a:buFont typeface="Arial"/>
                <a:buNone/>
              </a:pPr>
              <a:endParaRPr sz="900" b="1" i="0" u="none" strike="noStrike" cap="none">
                <a:solidFill>
                  <a:schemeClr val="dk1"/>
                </a:solidFill>
                <a:latin typeface="Arial"/>
                <a:ea typeface="Arial"/>
                <a:cs typeface="Arial"/>
                <a:sym typeface="Arial"/>
              </a:endParaRPr>
            </a:p>
          </p:txBody>
        </p:sp>
        <p:sp>
          <p:nvSpPr>
            <p:cNvPr id="24" name="Google Shape;24;p12"/>
            <p:cNvSpPr/>
            <p:nvPr/>
          </p:nvSpPr>
          <p:spPr>
            <a:xfrm>
              <a:off x="9346489" y="694895"/>
              <a:ext cx="72157" cy="71438"/>
            </a:xfrm>
            <a:prstGeom prst="rect">
              <a:avLst/>
            </a:prstGeom>
            <a:solidFill>
              <a:srgbClr val="EBEEF1"/>
            </a:solidFill>
            <a:ln>
              <a:noFill/>
            </a:ln>
          </p:spPr>
          <p:txBody>
            <a:bodyPr spcFirstLastPara="1" wrap="square" lIns="25200" tIns="25200" rIns="25200" bIns="25200" anchor="ctr" anchorCtr="0">
              <a:noAutofit/>
            </a:bodyPr>
            <a:lstStyle/>
            <a:p>
              <a:pPr marL="284163" marR="0" lvl="0" indent="-284163" algn="ctr" rtl="0">
                <a:lnSpc>
                  <a:spcPct val="90000"/>
                </a:lnSpc>
                <a:spcBef>
                  <a:spcPts val="0"/>
                </a:spcBef>
                <a:spcAft>
                  <a:spcPts val="0"/>
                </a:spcAft>
                <a:buClr>
                  <a:srgbClr val="C09B00"/>
                </a:buClr>
                <a:buSzPts val="900"/>
                <a:buFont typeface="Arial"/>
                <a:buNone/>
              </a:pPr>
              <a:endParaRPr sz="900" b="1" i="0" u="none" strike="noStrike" cap="none">
                <a:solidFill>
                  <a:schemeClr val="dk1"/>
                </a:solidFill>
                <a:latin typeface="Arial"/>
                <a:ea typeface="Arial"/>
                <a:cs typeface="Arial"/>
                <a:sym typeface="Arial"/>
              </a:endParaRPr>
            </a:p>
          </p:txBody>
        </p:sp>
      </p:grpSp>
      <p:sp>
        <p:nvSpPr>
          <p:cNvPr id="25" name="Google Shape;25;p12"/>
          <p:cNvSpPr/>
          <p:nvPr/>
        </p:nvSpPr>
        <p:spPr>
          <a:xfrm>
            <a:off x="4728965" y="6625546"/>
            <a:ext cx="448071" cy="126914"/>
          </a:xfrm>
          <a:prstGeom prst="parallelogram">
            <a:avLst>
              <a:gd name="adj" fmla="val 64235"/>
            </a:avLst>
          </a:prstGeom>
          <a:solidFill>
            <a:srgbClr val="D8D8D8"/>
          </a:solidFill>
          <a:ln>
            <a:noFill/>
          </a:ln>
          <a:effectLst>
            <a:outerShdw blurRad="12700" dist="12700" dir="2400000" algn="ctr" rotWithShape="0">
              <a:srgbClr val="000000">
                <a:alpha val="60000"/>
              </a:srgbClr>
            </a:outerShdw>
          </a:effectLst>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chemeClr val="dk1"/>
              </a:solidFill>
              <a:latin typeface="Arial"/>
              <a:ea typeface="Arial"/>
              <a:cs typeface="Arial"/>
              <a:sym typeface="Arial"/>
            </a:endParaRPr>
          </a:p>
        </p:txBody>
      </p:sp>
      <p:sp>
        <p:nvSpPr>
          <p:cNvPr id="26" name="Google Shape;26;p12"/>
          <p:cNvSpPr/>
          <p:nvPr/>
        </p:nvSpPr>
        <p:spPr>
          <a:xfrm>
            <a:off x="944166" y="6554936"/>
            <a:ext cx="8546400" cy="18000"/>
          </a:xfrm>
          <a:prstGeom prst="rect">
            <a:avLst/>
          </a:prstGeom>
          <a:solidFill>
            <a:srgbClr val="FF2540"/>
          </a:solidFill>
          <a:ln>
            <a:noFill/>
          </a:ln>
        </p:spPr>
        <p:txBody>
          <a:bodyPr spcFirstLastPara="1" wrap="square" lIns="25200" tIns="25200" rIns="25200" bIns="25200" anchor="ctr" anchorCtr="0">
            <a:noAutofit/>
          </a:bodyPr>
          <a:lstStyle/>
          <a:p>
            <a:pPr marL="284163" marR="0" lvl="0" indent="-284163" algn="ctr" rtl="0">
              <a:lnSpc>
                <a:spcPct val="90000"/>
              </a:lnSpc>
              <a:spcBef>
                <a:spcPts val="0"/>
              </a:spcBef>
              <a:spcAft>
                <a:spcPts val="0"/>
              </a:spcAft>
              <a:buClr>
                <a:srgbClr val="C09B00"/>
              </a:buClr>
              <a:buSzPts val="900"/>
              <a:buFont typeface="Arial"/>
              <a:buNone/>
            </a:pPr>
            <a:endParaRPr sz="900" b="0" i="0" u="none" strike="noStrike" cap="none">
              <a:solidFill>
                <a:schemeClr val="dk1"/>
              </a:solidFill>
              <a:latin typeface="Arial"/>
              <a:ea typeface="Arial"/>
              <a:cs typeface="Arial"/>
              <a:sym typeface="Arial"/>
            </a:endParaRPr>
          </a:p>
        </p:txBody>
      </p:sp>
      <p:sp>
        <p:nvSpPr>
          <p:cNvPr id="27" name="Google Shape;27;p12"/>
          <p:cNvSpPr txBox="1">
            <a:spLocks noGrp="1"/>
          </p:cNvSpPr>
          <p:nvPr>
            <p:ph type="sldNum" idx="12"/>
          </p:nvPr>
        </p:nvSpPr>
        <p:spPr>
          <a:xfrm>
            <a:off x="3838575" y="6492792"/>
            <a:ext cx="2228850" cy="365125"/>
          </a:xfrm>
          <a:prstGeom prst="rect">
            <a:avLst/>
          </a:prstGeom>
          <a:noFill/>
          <a:ln>
            <a:noFill/>
          </a:ln>
        </p:spPr>
        <p:txBody>
          <a:bodyPr spcFirstLastPara="1" wrap="square" lIns="91425" tIns="45700" rIns="91425" bIns="45700" anchor="ctr" anchorCtr="0">
            <a:noAutofit/>
          </a:bodyPr>
          <a:lstStyle>
            <a:lvl1pPr marL="0" marR="0" lvl="0" indent="0" algn="ctr">
              <a:lnSpc>
                <a:spcPct val="100000"/>
              </a:lnSpc>
              <a:spcBef>
                <a:spcPts val="0"/>
              </a:spcBef>
              <a:spcAft>
                <a:spcPts val="0"/>
              </a:spcAft>
              <a:buClr>
                <a:srgbClr val="000000"/>
              </a:buClr>
              <a:buSzPts val="1000"/>
              <a:buFont typeface="Arial"/>
              <a:buNone/>
              <a:defRPr sz="1000" b="0" i="0" u="none" strike="noStrike" cap="none">
                <a:solidFill>
                  <a:srgbClr val="888888"/>
                </a:solidFill>
                <a:latin typeface="Arial"/>
                <a:ea typeface="Arial"/>
                <a:cs typeface="Arial"/>
                <a:sym typeface="Arial"/>
              </a:defRPr>
            </a:lvl1pPr>
            <a:lvl2pPr marL="0" marR="0" lvl="1" indent="0" algn="ctr">
              <a:lnSpc>
                <a:spcPct val="100000"/>
              </a:lnSpc>
              <a:spcBef>
                <a:spcPts val="0"/>
              </a:spcBef>
              <a:spcAft>
                <a:spcPts val="0"/>
              </a:spcAft>
              <a:buClr>
                <a:srgbClr val="000000"/>
              </a:buClr>
              <a:buSzPts val="1000"/>
              <a:buFont typeface="Arial"/>
              <a:buNone/>
              <a:defRPr sz="1000" b="0" i="0" u="none" strike="noStrike" cap="none">
                <a:solidFill>
                  <a:srgbClr val="888888"/>
                </a:solidFill>
                <a:latin typeface="Arial"/>
                <a:ea typeface="Arial"/>
                <a:cs typeface="Arial"/>
                <a:sym typeface="Arial"/>
              </a:defRPr>
            </a:lvl2pPr>
            <a:lvl3pPr marL="0" marR="0" lvl="2" indent="0" algn="ctr">
              <a:lnSpc>
                <a:spcPct val="100000"/>
              </a:lnSpc>
              <a:spcBef>
                <a:spcPts val="0"/>
              </a:spcBef>
              <a:spcAft>
                <a:spcPts val="0"/>
              </a:spcAft>
              <a:buClr>
                <a:srgbClr val="000000"/>
              </a:buClr>
              <a:buSzPts val="1000"/>
              <a:buFont typeface="Arial"/>
              <a:buNone/>
              <a:defRPr sz="1000" b="0" i="0" u="none" strike="noStrike" cap="none">
                <a:solidFill>
                  <a:srgbClr val="888888"/>
                </a:solidFill>
                <a:latin typeface="Arial"/>
                <a:ea typeface="Arial"/>
                <a:cs typeface="Arial"/>
                <a:sym typeface="Arial"/>
              </a:defRPr>
            </a:lvl3pPr>
            <a:lvl4pPr marL="0" marR="0" lvl="3" indent="0" algn="ctr">
              <a:lnSpc>
                <a:spcPct val="100000"/>
              </a:lnSpc>
              <a:spcBef>
                <a:spcPts val="0"/>
              </a:spcBef>
              <a:spcAft>
                <a:spcPts val="0"/>
              </a:spcAft>
              <a:buClr>
                <a:srgbClr val="000000"/>
              </a:buClr>
              <a:buSzPts val="1000"/>
              <a:buFont typeface="Arial"/>
              <a:buNone/>
              <a:defRPr sz="1000" b="0" i="0" u="none" strike="noStrike" cap="none">
                <a:solidFill>
                  <a:srgbClr val="888888"/>
                </a:solidFill>
                <a:latin typeface="Arial"/>
                <a:ea typeface="Arial"/>
                <a:cs typeface="Arial"/>
                <a:sym typeface="Arial"/>
              </a:defRPr>
            </a:lvl4pPr>
            <a:lvl5pPr marL="0" marR="0" lvl="4" indent="0" algn="ctr">
              <a:lnSpc>
                <a:spcPct val="100000"/>
              </a:lnSpc>
              <a:spcBef>
                <a:spcPts val="0"/>
              </a:spcBef>
              <a:spcAft>
                <a:spcPts val="0"/>
              </a:spcAft>
              <a:buClr>
                <a:srgbClr val="000000"/>
              </a:buClr>
              <a:buSzPts val="1000"/>
              <a:buFont typeface="Arial"/>
              <a:buNone/>
              <a:defRPr sz="1000" b="0" i="0" u="none" strike="noStrike" cap="none">
                <a:solidFill>
                  <a:srgbClr val="888888"/>
                </a:solidFill>
                <a:latin typeface="Arial"/>
                <a:ea typeface="Arial"/>
                <a:cs typeface="Arial"/>
                <a:sym typeface="Arial"/>
              </a:defRPr>
            </a:lvl5pPr>
            <a:lvl6pPr marL="0" marR="0" lvl="5" indent="0" algn="ctr">
              <a:lnSpc>
                <a:spcPct val="100000"/>
              </a:lnSpc>
              <a:spcBef>
                <a:spcPts val="0"/>
              </a:spcBef>
              <a:spcAft>
                <a:spcPts val="0"/>
              </a:spcAft>
              <a:buClr>
                <a:srgbClr val="000000"/>
              </a:buClr>
              <a:buSzPts val="1000"/>
              <a:buFont typeface="Arial"/>
              <a:buNone/>
              <a:defRPr sz="1000" b="0" i="0" u="none" strike="noStrike" cap="none">
                <a:solidFill>
                  <a:srgbClr val="888888"/>
                </a:solidFill>
                <a:latin typeface="Arial"/>
                <a:ea typeface="Arial"/>
                <a:cs typeface="Arial"/>
                <a:sym typeface="Arial"/>
              </a:defRPr>
            </a:lvl6pPr>
            <a:lvl7pPr marL="0" marR="0" lvl="6" indent="0" algn="ctr">
              <a:lnSpc>
                <a:spcPct val="100000"/>
              </a:lnSpc>
              <a:spcBef>
                <a:spcPts val="0"/>
              </a:spcBef>
              <a:spcAft>
                <a:spcPts val="0"/>
              </a:spcAft>
              <a:buClr>
                <a:srgbClr val="000000"/>
              </a:buClr>
              <a:buSzPts val="1000"/>
              <a:buFont typeface="Arial"/>
              <a:buNone/>
              <a:defRPr sz="1000" b="0" i="0" u="none" strike="noStrike" cap="none">
                <a:solidFill>
                  <a:srgbClr val="888888"/>
                </a:solidFill>
                <a:latin typeface="Arial"/>
                <a:ea typeface="Arial"/>
                <a:cs typeface="Arial"/>
                <a:sym typeface="Arial"/>
              </a:defRPr>
            </a:lvl7pPr>
            <a:lvl8pPr marL="0" marR="0" lvl="7" indent="0" algn="ctr">
              <a:lnSpc>
                <a:spcPct val="100000"/>
              </a:lnSpc>
              <a:spcBef>
                <a:spcPts val="0"/>
              </a:spcBef>
              <a:spcAft>
                <a:spcPts val="0"/>
              </a:spcAft>
              <a:buClr>
                <a:srgbClr val="000000"/>
              </a:buClr>
              <a:buSzPts val="1000"/>
              <a:buFont typeface="Arial"/>
              <a:buNone/>
              <a:defRPr sz="1000" b="0" i="0" u="none" strike="noStrike" cap="none">
                <a:solidFill>
                  <a:srgbClr val="888888"/>
                </a:solidFill>
                <a:latin typeface="Arial"/>
                <a:ea typeface="Arial"/>
                <a:cs typeface="Arial"/>
                <a:sym typeface="Arial"/>
              </a:defRPr>
            </a:lvl8pPr>
            <a:lvl9pPr marL="0" marR="0" lvl="8" indent="0" algn="ctr">
              <a:lnSpc>
                <a:spcPct val="100000"/>
              </a:lnSpc>
              <a:spcBef>
                <a:spcPts val="0"/>
              </a:spcBef>
              <a:spcAft>
                <a:spcPts val="0"/>
              </a:spcAft>
              <a:buClr>
                <a:srgbClr val="000000"/>
              </a:buClr>
              <a:buSzPts val="1000"/>
              <a:buFont typeface="Arial"/>
              <a:buNone/>
              <a:defRPr sz="1000" b="0" i="0" u="none" strike="noStrike" cap="none">
                <a:solidFill>
                  <a:srgbClr val="888888"/>
                </a:solidFill>
                <a:latin typeface="Arial"/>
                <a:ea typeface="Arial"/>
                <a:cs typeface="Arial"/>
                <a:sym typeface="Arial"/>
              </a:defRPr>
            </a:lvl9pPr>
          </a:lstStyle>
          <a:p>
            <a:pPr marL="0" lvl="0" indent="0" algn="ctr" rtl="0">
              <a:spcBef>
                <a:spcPts val="0"/>
              </a:spcBef>
              <a:spcAft>
                <a:spcPts val="0"/>
              </a:spcAft>
              <a:buNone/>
            </a:pPr>
            <a:fld id="{00000000-1234-1234-1234-123412341234}" type="slidenum">
              <a:rPr lang="ja-JP"/>
              <a:t>‹#›</a:t>
            </a:fld>
            <a:endParaRPr/>
          </a:p>
        </p:txBody>
      </p:sp>
      <p:sp>
        <p:nvSpPr>
          <p:cNvPr id="28" name="Google Shape;28;p12"/>
          <p:cNvSpPr txBox="1">
            <a:spLocks noGrp="1"/>
          </p:cNvSpPr>
          <p:nvPr>
            <p:ph type="title"/>
          </p:nvPr>
        </p:nvSpPr>
        <p:spPr>
          <a:xfrm>
            <a:off x="954001" y="127450"/>
            <a:ext cx="7193712" cy="631606"/>
          </a:xfrm>
          <a:prstGeom prst="rect">
            <a:avLst/>
          </a:prstGeom>
          <a:noFill/>
          <a:ln>
            <a:noFill/>
          </a:ln>
        </p:spPr>
        <p:txBody>
          <a:bodyPr spcFirstLastPara="1" wrap="square" lIns="91425" tIns="45700" rIns="91425" bIns="45700" anchor="ctr" anchorCtr="0">
            <a:normAutofit/>
          </a:bodyPr>
          <a:lstStyle>
            <a:lvl1pPr lvl="0" algn="l">
              <a:lnSpc>
                <a:spcPct val="90000"/>
              </a:lnSpc>
              <a:spcBef>
                <a:spcPts val="0"/>
              </a:spcBef>
              <a:spcAft>
                <a:spcPts val="0"/>
              </a:spcAft>
              <a:buClr>
                <a:schemeClr val="dk1"/>
              </a:buClr>
              <a:buSzPts val="2800"/>
              <a:buFont typeface="Arial"/>
              <a:buNone/>
              <a:defRPr sz="2800">
                <a:solidFill>
                  <a:schemeClr val="dk1"/>
                </a:solidFill>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29" name="Google Shape;29;p12"/>
          <p:cNvSpPr/>
          <p:nvPr/>
        </p:nvSpPr>
        <p:spPr>
          <a:xfrm>
            <a:off x="8396485" y="166688"/>
            <a:ext cx="1142619" cy="276565"/>
          </a:xfrm>
          <a:prstGeom prst="rect">
            <a:avLst/>
          </a:prstGeom>
          <a:solidFill>
            <a:schemeClr val="lt1"/>
          </a:solidFill>
          <a:ln w="12700" cap="flat" cmpd="sng">
            <a:solidFill>
              <a:schemeClr val="lt1"/>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chemeClr val="lt1"/>
              </a:solidFill>
              <a:latin typeface="Arial"/>
              <a:ea typeface="Arial"/>
              <a:cs typeface="Arial"/>
              <a:sym typeface="Arial"/>
            </a:endParaRPr>
          </a:p>
        </p:txBody>
      </p:sp>
      <p:pic>
        <p:nvPicPr>
          <p:cNvPr id="30" name="Google Shape;30;p12"/>
          <p:cNvPicPr preferRelativeResize="0"/>
          <p:nvPr/>
        </p:nvPicPr>
        <p:blipFill rotWithShape="1">
          <a:blip r:embed="rId3">
            <a:alphaModFix/>
          </a:blip>
          <a:srcRect/>
          <a:stretch/>
        </p:blipFill>
        <p:spPr>
          <a:xfrm>
            <a:off x="8212435" y="148185"/>
            <a:ext cx="1326669" cy="509717"/>
          </a:xfrm>
          <a:prstGeom prst="rect">
            <a:avLst/>
          </a:prstGeom>
          <a:noFill/>
          <a:ln>
            <a:noFill/>
          </a:ln>
        </p:spPr>
      </p:pic>
      <p:sp>
        <p:nvSpPr>
          <p:cNvPr id="31" name="Google Shape;31;p12"/>
          <p:cNvSpPr/>
          <p:nvPr/>
        </p:nvSpPr>
        <p:spPr>
          <a:xfrm>
            <a:off x="6837528" y="6625061"/>
            <a:ext cx="2652547" cy="135422"/>
          </a:xfrm>
          <a:prstGeom prst="rect">
            <a:avLst/>
          </a:prstGeom>
          <a:noFill/>
          <a:ln>
            <a:noFill/>
          </a:ln>
        </p:spPr>
        <p:txBody>
          <a:bodyPr spcFirstLastPara="1" wrap="square" lIns="0" tIns="0" rIns="0" bIns="0" anchor="b" anchorCtr="0">
            <a:spAutoFit/>
          </a:bodyPr>
          <a:lstStyle/>
          <a:p>
            <a:pPr marL="0" marR="0" lvl="0" indent="0" algn="r" rtl="0">
              <a:lnSpc>
                <a:spcPct val="110000"/>
              </a:lnSpc>
              <a:spcBef>
                <a:spcPts val="0"/>
              </a:spcBef>
              <a:spcAft>
                <a:spcPts val="0"/>
              </a:spcAft>
              <a:buClr>
                <a:srgbClr val="0C0C0C"/>
              </a:buClr>
              <a:buSzPts val="800"/>
              <a:buFont typeface="Arial"/>
              <a:buNone/>
            </a:pPr>
            <a:r>
              <a:rPr lang="ja-JP" sz="800" b="0" i="0" u="none" strike="noStrike" cap="none">
                <a:solidFill>
                  <a:srgbClr val="0C0C0C"/>
                </a:solidFill>
                <a:latin typeface="Arial"/>
                <a:ea typeface="Arial"/>
                <a:cs typeface="Arial"/>
                <a:sym typeface="Arial"/>
              </a:rPr>
              <a:t>© KYOCERA Communication Systems Co., Ltd.</a:t>
            </a:r>
            <a:endParaRPr sz="800" b="0" i="0" u="none" strike="noStrike" cap="none">
              <a:solidFill>
                <a:srgbClr val="0C0C0C"/>
              </a:solidFill>
              <a:latin typeface="Arial"/>
              <a:ea typeface="Arial"/>
              <a:cs typeface="Arial"/>
              <a:sym typeface="Arial"/>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matchingName="締め">
  <p:cSld name="締め">
    <p:spTree>
      <p:nvGrpSpPr>
        <p:cNvPr id="1" name="Shape 32"/>
        <p:cNvGrpSpPr/>
        <p:nvPr/>
      </p:nvGrpSpPr>
      <p:grpSpPr>
        <a:xfrm>
          <a:off x="0" y="0"/>
          <a:ext cx="0" cy="0"/>
          <a:chOff x="0" y="0"/>
          <a:chExt cx="0" cy="0"/>
        </a:xfrm>
      </p:grpSpPr>
      <p:pic>
        <p:nvPicPr>
          <p:cNvPr id="33" name="Google Shape;33;p13"/>
          <p:cNvPicPr preferRelativeResize="0"/>
          <p:nvPr/>
        </p:nvPicPr>
        <p:blipFill rotWithShape="1">
          <a:blip r:embed="rId2">
            <a:alphaModFix/>
          </a:blip>
          <a:srcRect r="79713"/>
          <a:stretch/>
        </p:blipFill>
        <p:spPr>
          <a:xfrm rot="10800000">
            <a:off x="7896408" y="0"/>
            <a:ext cx="2009592" cy="6858000"/>
          </a:xfrm>
          <a:prstGeom prst="rect">
            <a:avLst/>
          </a:prstGeom>
          <a:noFill/>
          <a:ln>
            <a:noFill/>
          </a:ln>
        </p:spPr>
      </p:pic>
      <p:pic>
        <p:nvPicPr>
          <p:cNvPr id="34" name="Google Shape;34;p13"/>
          <p:cNvPicPr preferRelativeResize="0"/>
          <p:nvPr/>
        </p:nvPicPr>
        <p:blipFill rotWithShape="1">
          <a:blip r:embed="rId3">
            <a:alphaModFix/>
          </a:blip>
          <a:srcRect/>
          <a:stretch/>
        </p:blipFill>
        <p:spPr>
          <a:xfrm>
            <a:off x="2168098" y="2296622"/>
            <a:ext cx="4081046" cy="1601666"/>
          </a:xfrm>
          <a:prstGeom prst="rect">
            <a:avLst/>
          </a:prstGeom>
          <a:noFill/>
          <a:ln>
            <a:noFill/>
          </a:ln>
        </p:spPr>
      </p:pic>
      <p:sp>
        <p:nvSpPr>
          <p:cNvPr id="35" name="Google Shape;35;p13"/>
          <p:cNvSpPr/>
          <p:nvPr/>
        </p:nvSpPr>
        <p:spPr>
          <a:xfrm>
            <a:off x="5964067" y="6625061"/>
            <a:ext cx="2652547" cy="135422"/>
          </a:xfrm>
          <a:prstGeom prst="rect">
            <a:avLst/>
          </a:prstGeom>
          <a:noFill/>
          <a:ln>
            <a:noFill/>
          </a:ln>
        </p:spPr>
        <p:txBody>
          <a:bodyPr spcFirstLastPara="1" wrap="square" lIns="0" tIns="0" rIns="0" bIns="0" anchor="b" anchorCtr="0">
            <a:spAutoFit/>
          </a:bodyPr>
          <a:lstStyle/>
          <a:p>
            <a:pPr marL="0" marR="0" lvl="0" indent="0" algn="r" rtl="0">
              <a:lnSpc>
                <a:spcPct val="110000"/>
              </a:lnSpc>
              <a:spcBef>
                <a:spcPts val="0"/>
              </a:spcBef>
              <a:spcAft>
                <a:spcPts val="0"/>
              </a:spcAft>
              <a:buClr>
                <a:srgbClr val="0C0C0C"/>
              </a:buClr>
              <a:buSzPts val="800"/>
              <a:buFont typeface="Arial"/>
              <a:buNone/>
            </a:pPr>
            <a:r>
              <a:rPr lang="ja-JP" sz="800" b="0" i="0" u="none" strike="noStrike" cap="none">
                <a:solidFill>
                  <a:srgbClr val="0C0C0C"/>
                </a:solidFill>
                <a:latin typeface="Arial"/>
                <a:ea typeface="Arial"/>
                <a:cs typeface="Arial"/>
                <a:sym typeface="Arial"/>
              </a:rPr>
              <a:t>© KYOCERA Communication Systems Co., Ltd.</a:t>
            </a:r>
            <a:endParaRPr sz="800" b="0" i="0" u="none" strike="noStrike" cap="none">
              <a:solidFill>
                <a:srgbClr val="0C0C0C"/>
              </a:solidFill>
              <a:latin typeface="Arial"/>
              <a:ea typeface="Arial"/>
              <a:cs typeface="Arial"/>
              <a:sym typeface="Arial"/>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matchingName="コンテンツ（装飾なし）">
  <p:cSld name="コンテンツ（装飾なし）">
    <p:spTree>
      <p:nvGrpSpPr>
        <p:cNvPr id="1" name="Shape 36"/>
        <p:cNvGrpSpPr/>
        <p:nvPr/>
      </p:nvGrpSpPr>
      <p:grpSpPr>
        <a:xfrm>
          <a:off x="0" y="0"/>
          <a:ext cx="0" cy="0"/>
          <a:chOff x="0" y="0"/>
          <a:chExt cx="0" cy="0"/>
        </a:xfrm>
      </p:grpSpPr>
      <p:grpSp>
        <p:nvGrpSpPr>
          <p:cNvPr id="37" name="Google Shape;37;p14"/>
          <p:cNvGrpSpPr/>
          <p:nvPr/>
        </p:nvGrpSpPr>
        <p:grpSpPr>
          <a:xfrm>
            <a:off x="415924" y="694895"/>
            <a:ext cx="9072000" cy="46800"/>
            <a:chOff x="415924" y="694895"/>
            <a:chExt cx="9072000" cy="71438"/>
          </a:xfrm>
        </p:grpSpPr>
        <p:sp>
          <p:nvSpPr>
            <p:cNvPr id="38" name="Google Shape;38;p14"/>
            <p:cNvSpPr/>
            <p:nvPr/>
          </p:nvSpPr>
          <p:spPr>
            <a:xfrm>
              <a:off x="415924" y="694895"/>
              <a:ext cx="9072000" cy="71438"/>
            </a:xfrm>
            <a:prstGeom prst="rect">
              <a:avLst/>
            </a:prstGeom>
            <a:solidFill>
              <a:srgbClr val="FF2540"/>
            </a:solidFill>
            <a:ln>
              <a:noFill/>
            </a:ln>
          </p:spPr>
          <p:txBody>
            <a:bodyPr spcFirstLastPara="1" wrap="square" lIns="25200" tIns="25200" rIns="25200" bIns="25200" anchor="ctr" anchorCtr="0">
              <a:noAutofit/>
            </a:bodyPr>
            <a:lstStyle/>
            <a:p>
              <a:pPr marL="284163" marR="0" lvl="0" indent="-284163" algn="ctr" rtl="0">
                <a:lnSpc>
                  <a:spcPct val="90000"/>
                </a:lnSpc>
                <a:spcBef>
                  <a:spcPts val="0"/>
                </a:spcBef>
                <a:spcAft>
                  <a:spcPts val="0"/>
                </a:spcAft>
                <a:buClr>
                  <a:srgbClr val="C09B00"/>
                </a:buClr>
                <a:buSzPts val="900"/>
                <a:buFont typeface="Arial"/>
                <a:buNone/>
              </a:pPr>
              <a:endParaRPr sz="900" b="1" i="0" u="none" strike="noStrike" cap="none">
                <a:solidFill>
                  <a:schemeClr val="dk1"/>
                </a:solidFill>
                <a:latin typeface="Arial"/>
                <a:ea typeface="Arial"/>
                <a:cs typeface="Arial"/>
                <a:sym typeface="Arial"/>
              </a:endParaRPr>
            </a:p>
          </p:txBody>
        </p:sp>
        <p:sp>
          <p:nvSpPr>
            <p:cNvPr id="39" name="Google Shape;39;p14"/>
            <p:cNvSpPr/>
            <p:nvPr/>
          </p:nvSpPr>
          <p:spPr>
            <a:xfrm>
              <a:off x="9199969" y="694895"/>
              <a:ext cx="72157" cy="71438"/>
            </a:xfrm>
            <a:prstGeom prst="rect">
              <a:avLst/>
            </a:prstGeom>
            <a:solidFill>
              <a:srgbClr val="EBEEF1"/>
            </a:solidFill>
            <a:ln>
              <a:noFill/>
            </a:ln>
          </p:spPr>
          <p:txBody>
            <a:bodyPr spcFirstLastPara="1" wrap="square" lIns="25200" tIns="25200" rIns="25200" bIns="25200" anchor="ctr" anchorCtr="0">
              <a:noAutofit/>
            </a:bodyPr>
            <a:lstStyle/>
            <a:p>
              <a:pPr marL="284163" marR="0" lvl="0" indent="-284163" algn="ctr" rtl="0">
                <a:lnSpc>
                  <a:spcPct val="90000"/>
                </a:lnSpc>
                <a:spcBef>
                  <a:spcPts val="0"/>
                </a:spcBef>
                <a:spcAft>
                  <a:spcPts val="0"/>
                </a:spcAft>
                <a:buClr>
                  <a:srgbClr val="C09B00"/>
                </a:buClr>
                <a:buSzPts val="900"/>
                <a:buFont typeface="Arial"/>
                <a:buNone/>
              </a:pPr>
              <a:endParaRPr sz="900" b="1" i="0" u="none" strike="noStrike" cap="none">
                <a:solidFill>
                  <a:schemeClr val="dk1"/>
                </a:solidFill>
                <a:latin typeface="Arial"/>
                <a:ea typeface="Arial"/>
                <a:cs typeface="Arial"/>
                <a:sym typeface="Arial"/>
              </a:endParaRPr>
            </a:p>
          </p:txBody>
        </p:sp>
        <p:sp>
          <p:nvSpPr>
            <p:cNvPr id="40" name="Google Shape;40;p14"/>
            <p:cNvSpPr/>
            <p:nvPr/>
          </p:nvSpPr>
          <p:spPr>
            <a:xfrm>
              <a:off x="9346489" y="694895"/>
              <a:ext cx="72157" cy="71438"/>
            </a:xfrm>
            <a:prstGeom prst="rect">
              <a:avLst/>
            </a:prstGeom>
            <a:solidFill>
              <a:srgbClr val="EBEEF1"/>
            </a:solidFill>
            <a:ln>
              <a:noFill/>
            </a:ln>
          </p:spPr>
          <p:txBody>
            <a:bodyPr spcFirstLastPara="1" wrap="square" lIns="25200" tIns="25200" rIns="25200" bIns="25200" anchor="ctr" anchorCtr="0">
              <a:noAutofit/>
            </a:bodyPr>
            <a:lstStyle/>
            <a:p>
              <a:pPr marL="284163" marR="0" lvl="0" indent="-284163" algn="ctr" rtl="0">
                <a:lnSpc>
                  <a:spcPct val="90000"/>
                </a:lnSpc>
                <a:spcBef>
                  <a:spcPts val="0"/>
                </a:spcBef>
                <a:spcAft>
                  <a:spcPts val="0"/>
                </a:spcAft>
                <a:buClr>
                  <a:srgbClr val="C09B00"/>
                </a:buClr>
                <a:buSzPts val="900"/>
                <a:buFont typeface="Arial"/>
                <a:buNone/>
              </a:pPr>
              <a:endParaRPr sz="900" b="1" i="0" u="none" strike="noStrike" cap="none">
                <a:solidFill>
                  <a:schemeClr val="dk1"/>
                </a:solidFill>
                <a:latin typeface="Arial"/>
                <a:ea typeface="Arial"/>
                <a:cs typeface="Arial"/>
                <a:sym typeface="Arial"/>
              </a:endParaRPr>
            </a:p>
          </p:txBody>
        </p:sp>
      </p:grpSp>
      <p:sp>
        <p:nvSpPr>
          <p:cNvPr id="41" name="Google Shape;41;p14"/>
          <p:cNvSpPr/>
          <p:nvPr/>
        </p:nvSpPr>
        <p:spPr>
          <a:xfrm>
            <a:off x="4728965" y="6625546"/>
            <a:ext cx="448071" cy="126914"/>
          </a:xfrm>
          <a:prstGeom prst="parallelogram">
            <a:avLst>
              <a:gd name="adj" fmla="val 64235"/>
            </a:avLst>
          </a:prstGeom>
          <a:solidFill>
            <a:srgbClr val="D8D8D8"/>
          </a:solidFill>
          <a:ln>
            <a:noFill/>
          </a:ln>
          <a:effectLst>
            <a:outerShdw blurRad="12700" dist="12700" dir="2400000" algn="ctr" rotWithShape="0">
              <a:srgbClr val="000000">
                <a:alpha val="60000"/>
              </a:srgbClr>
            </a:outerShdw>
          </a:effectLst>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chemeClr val="dk1"/>
              </a:solidFill>
              <a:latin typeface="Arial"/>
              <a:ea typeface="Arial"/>
              <a:cs typeface="Arial"/>
              <a:sym typeface="Arial"/>
            </a:endParaRPr>
          </a:p>
        </p:txBody>
      </p:sp>
      <p:sp>
        <p:nvSpPr>
          <p:cNvPr id="42" name="Google Shape;42;p14"/>
          <p:cNvSpPr/>
          <p:nvPr/>
        </p:nvSpPr>
        <p:spPr>
          <a:xfrm>
            <a:off x="415924" y="6554936"/>
            <a:ext cx="9072000" cy="18000"/>
          </a:xfrm>
          <a:prstGeom prst="rect">
            <a:avLst/>
          </a:prstGeom>
          <a:solidFill>
            <a:srgbClr val="FF2540"/>
          </a:solidFill>
          <a:ln>
            <a:noFill/>
          </a:ln>
        </p:spPr>
        <p:txBody>
          <a:bodyPr spcFirstLastPara="1" wrap="square" lIns="25200" tIns="25200" rIns="25200" bIns="25200" anchor="ctr" anchorCtr="0">
            <a:noAutofit/>
          </a:bodyPr>
          <a:lstStyle/>
          <a:p>
            <a:pPr marL="284163" marR="0" lvl="0" indent="-284163" algn="ctr" rtl="0">
              <a:lnSpc>
                <a:spcPct val="90000"/>
              </a:lnSpc>
              <a:spcBef>
                <a:spcPts val="0"/>
              </a:spcBef>
              <a:spcAft>
                <a:spcPts val="0"/>
              </a:spcAft>
              <a:buClr>
                <a:srgbClr val="C09B00"/>
              </a:buClr>
              <a:buSzPts val="900"/>
              <a:buFont typeface="Arial"/>
              <a:buNone/>
            </a:pPr>
            <a:endParaRPr sz="900" b="0" i="0" u="none" strike="noStrike" cap="none">
              <a:solidFill>
                <a:schemeClr val="dk1"/>
              </a:solidFill>
              <a:latin typeface="Arial"/>
              <a:ea typeface="Arial"/>
              <a:cs typeface="Arial"/>
              <a:sym typeface="Arial"/>
            </a:endParaRPr>
          </a:p>
        </p:txBody>
      </p:sp>
      <p:sp>
        <p:nvSpPr>
          <p:cNvPr id="43" name="Google Shape;43;p14"/>
          <p:cNvSpPr txBox="1">
            <a:spLocks noGrp="1"/>
          </p:cNvSpPr>
          <p:nvPr>
            <p:ph type="sldNum" idx="12"/>
          </p:nvPr>
        </p:nvSpPr>
        <p:spPr>
          <a:xfrm>
            <a:off x="3838575" y="6492792"/>
            <a:ext cx="2228850" cy="365125"/>
          </a:xfrm>
          <a:prstGeom prst="rect">
            <a:avLst/>
          </a:prstGeom>
          <a:noFill/>
          <a:ln>
            <a:noFill/>
          </a:ln>
        </p:spPr>
        <p:txBody>
          <a:bodyPr spcFirstLastPara="1" wrap="square" lIns="91425" tIns="45700" rIns="91425" bIns="45700" anchor="ctr" anchorCtr="0">
            <a:noAutofit/>
          </a:bodyPr>
          <a:lstStyle>
            <a:lvl1pPr marL="0" marR="0" lvl="0" indent="0" algn="ctr">
              <a:lnSpc>
                <a:spcPct val="100000"/>
              </a:lnSpc>
              <a:spcBef>
                <a:spcPts val="0"/>
              </a:spcBef>
              <a:spcAft>
                <a:spcPts val="0"/>
              </a:spcAft>
              <a:buClr>
                <a:srgbClr val="000000"/>
              </a:buClr>
              <a:buSzPts val="1000"/>
              <a:buFont typeface="Arial"/>
              <a:buNone/>
              <a:defRPr sz="1000" b="0" i="0" u="none" strike="noStrike" cap="none">
                <a:solidFill>
                  <a:srgbClr val="888888"/>
                </a:solidFill>
                <a:latin typeface="Arial"/>
                <a:ea typeface="Arial"/>
                <a:cs typeface="Arial"/>
                <a:sym typeface="Arial"/>
              </a:defRPr>
            </a:lvl1pPr>
            <a:lvl2pPr marL="0" marR="0" lvl="1" indent="0" algn="ctr">
              <a:lnSpc>
                <a:spcPct val="100000"/>
              </a:lnSpc>
              <a:spcBef>
                <a:spcPts val="0"/>
              </a:spcBef>
              <a:spcAft>
                <a:spcPts val="0"/>
              </a:spcAft>
              <a:buClr>
                <a:srgbClr val="000000"/>
              </a:buClr>
              <a:buSzPts val="1000"/>
              <a:buFont typeface="Arial"/>
              <a:buNone/>
              <a:defRPr sz="1000" b="0" i="0" u="none" strike="noStrike" cap="none">
                <a:solidFill>
                  <a:srgbClr val="888888"/>
                </a:solidFill>
                <a:latin typeface="Arial"/>
                <a:ea typeface="Arial"/>
                <a:cs typeface="Arial"/>
                <a:sym typeface="Arial"/>
              </a:defRPr>
            </a:lvl2pPr>
            <a:lvl3pPr marL="0" marR="0" lvl="2" indent="0" algn="ctr">
              <a:lnSpc>
                <a:spcPct val="100000"/>
              </a:lnSpc>
              <a:spcBef>
                <a:spcPts val="0"/>
              </a:spcBef>
              <a:spcAft>
                <a:spcPts val="0"/>
              </a:spcAft>
              <a:buClr>
                <a:srgbClr val="000000"/>
              </a:buClr>
              <a:buSzPts val="1000"/>
              <a:buFont typeface="Arial"/>
              <a:buNone/>
              <a:defRPr sz="1000" b="0" i="0" u="none" strike="noStrike" cap="none">
                <a:solidFill>
                  <a:srgbClr val="888888"/>
                </a:solidFill>
                <a:latin typeface="Arial"/>
                <a:ea typeface="Arial"/>
                <a:cs typeface="Arial"/>
                <a:sym typeface="Arial"/>
              </a:defRPr>
            </a:lvl3pPr>
            <a:lvl4pPr marL="0" marR="0" lvl="3" indent="0" algn="ctr">
              <a:lnSpc>
                <a:spcPct val="100000"/>
              </a:lnSpc>
              <a:spcBef>
                <a:spcPts val="0"/>
              </a:spcBef>
              <a:spcAft>
                <a:spcPts val="0"/>
              </a:spcAft>
              <a:buClr>
                <a:srgbClr val="000000"/>
              </a:buClr>
              <a:buSzPts val="1000"/>
              <a:buFont typeface="Arial"/>
              <a:buNone/>
              <a:defRPr sz="1000" b="0" i="0" u="none" strike="noStrike" cap="none">
                <a:solidFill>
                  <a:srgbClr val="888888"/>
                </a:solidFill>
                <a:latin typeface="Arial"/>
                <a:ea typeface="Arial"/>
                <a:cs typeface="Arial"/>
                <a:sym typeface="Arial"/>
              </a:defRPr>
            </a:lvl4pPr>
            <a:lvl5pPr marL="0" marR="0" lvl="4" indent="0" algn="ctr">
              <a:lnSpc>
                <a:spcPct val="100000"/>
              </a:lnSpc>
              <a:spcBef>
                <a:spcPts val="0"/>
              </a:spcBef>
              <a:spcAft>
                <a:spcPts val="0"/>
              </a:spcAft>
              <a:buClr>
                <a:srgbClr val="000000"/>
              </a:buClr>
              <a:buSzPts val="1000"/>
              <a:buFont typeface="Arial"/>
              <a:buNone/>
              <a:defRPr sz="1000" b="0" i="0" u="none" strike="noStrike" cap="none">
                <a:solidFill>
                  <a:srgbClr val="888888"/>
                </a:solidFill>
                <a:latin typeface="Arial"/>
                <a:ea typeface="Arial"/>
                <a:cs typeface="Arial"/>
                <a:sym typeface="Arial"/>
              </a:defRPr>
            </a:lvl5pPr>
            <a:lvl6pPr marL="0" marR="0" lvl="5" indent="0" algn="ctr">
              <a:lnSpc>
                <a:spcPct val="100000"/>
              </a:lnSpc>
              <a:spcBef>
                <a:spcPts val="0"/>
              </a:spcBef>
              <a:spcAft>
                <a:spcPts val="0"/>
              </a:spcAft>
              <a:buClr>
                <a:srgbClr val="000000"/>
              </a:buClr>
              <a:buSzPts val="1000"/>
              <a:buFont typeface="Arial"/>
              <a:buNone/>
              <a:defRPr sz="1000" b="0" i="0" u="none" strike="noStrike" cap="none">
                <a:solidFill>
                  <a:srgbClr val="888888"/>
                </a:solidFill>
                <a:latin typeface="Arial"/>
                <a:ea typeface="Arial"/>
                <a:cs typeface="Arial"/>
                <a:sym typeface="Arial"/>
              </a:defRPr>
            </a:lvl6pPr>
            <a:lvl7pPr marL="0" marR="0" lvl="6" indent="0" algn="ctr">
              <a:lnSpc>
                <a:spcPct val="100000"/>
              </a:lnSpc>
              <a:spcBef>
                <a:spcPts val="0"/>
              </a:spcBef>
              <a:spcAft>
                <a:spcPts val="0"/>
              </a:spcAft>
              <a:buClr>
                <a:srgbClr val="000000"/>
              </a:buClr>
              <a:buSzPts val="1000"/>
              <a:buFont typeface="Arial"/>
              <a:buNone/>
              <a:defRPr sz="1000" b="0" i="0" u="none" strike="noStrike" cap="none">
                <a:solidFill>
                  <a:srgbClr val="888888"/>
                </a:solidFill>
                <a:latin typeface="Arial"/>
                <a:ea typeface="Arial"/>
                <a:cs typeface="Arial"/>
                <a:sym typeface="Arial"/>
              </a:defRPr>
            </a:lvl7pPr>
            <a:lvl8pPr marL="0" marR="0" lvl="7" indent="0" algn="ctr">
              <a:lnSpc>
                <a:spcPct val="100000"/>
              </a:lnSpc>
              <a:spcBef>
                <a:spcPts val="0"/>
              </a:spcBef>
              <a:spcAft>
                <a:spcPts val="0"/>
              </a:spcAft>
              <a:buClr>
                <a:srgbClr val="000000"/>
              </a:buClr>
              <a:buSzPts val="1000"/>
              <a:buFont typeface="Arial"/>
              <a:buNone/>
              <a:defRPr sz="1000" b="0" i="0" u="none" strike="noStrike" cap="none">
                <a:solidFill>
                  <a:srgbClr val="888888"/>
                </a:solidFill>
                <a:latin typeface="Arial"/>
                <a:ea typeface="Arial"/>
                <a:cs typeface="Arial"/>
                <a:sym typeface="Arial"/>
              </a:defRPr>
            </a:lvl8pPr>
            <a:lvl9pPr marL="0" marR="0" lvl="8" indent="0" algn="ctr">
              <a:lnSpc>
                <a:spcPct val="100000"/>
              </a:lnSpc>
              <a:spcBef>
                <a:spcPts val="0"/>
              </a:spcBef>
              <a:spcAft>
                <a:spcPts val="0"/>
              </a:spcAft>
              <a:buClr>
                <a:srgbClr val="000000"/>
              </a:buClr>
              <a:buSzPts val="1000"/>
              <a:buFont typeface="Arial"/>
              <a:buNone/>
              <a:defRPr sz="1000" b="0" i="0" u="none" strike="noStrike" cap="none">
                <a:solidFill>
                  <a:srgbClr val="888888"/>
                </a:solidFill>
                <a:latin typeface="Arial"/>
                <a:ea typeface="Arial"/>
                <a:cs typeface="Arial"/>
                <a:sym typeface="Arial"/>
              </a:defRPr>
            </a:lvl9pPr>
          </a:lstStyle>
          <a:p>
            <a:pPr marL="0" lvl="0" indent="0" algn="ctr" rtl="0">
              <a:spcBef>
                <a:spcPts val="0"/>
              </a:spcBef>
              <a:spcAft>
                <a:spcPts val="0"/>
              </a:spcAft>
              <a:buNone/>
            </a:pPr>
            <a:fld id="{00000000-1234-1234-1234-123412341234}" type="slidenum">
              <a:rPr lang="ja-JP"/>
              <a:t>‹#›</a:t>
            </a:fld>
            <a:endParaRPr/>
          </a:p>
        </p:txBody>
      </p:sp>
      <p:sp>
        <p:nvSpPr>
          <p:cNvPr id="44" name="Google Shape;44;p14"/>
          <p:cNvSpPr txBox="1">
            <a:spLocks noGrp="1"/>
          </p:cNvSpPr>
          <p:nvPr>
            <p:ph type="title"/>
          </p:nvPr>
        </p:nvSpPr>
        <p:spPr>
          <a:xfrm>
            <a:off x="435384" y="127450"/>
            <a:ext cx="7671385" cy="631606"/>
          </a:xfrm>
          <a:prstGeom prst="rect">
            <a:avLst/>
          </a:prstGeom>
          <a:noFill/>
          <a:ln>
            <a:noFill/>
          </a:ln>
        </p:spPr>
        <p:txBody>
          <a:bodyPr spcFirstLastPara="1" wrap="square" lIns="91425" tIns="45700" rIns="91425" bIns="45700" anchor="ctr" anchorCtr="0">
            <a:normAutofit/>
          </a:bodyPr>
          <a:lstStyle>
            <a:lvl1pPr lvl="0" algn="l">
              <a:lnSpc>
                <a:spcPct val="90000"/>
              </a:lnSpc>
              <a:spcBef>
                <a:spcPts val="0"/>
              </a:spcBef>
              <a:spcAft>
                <a:spcPts val="0"/>
              </a:spcAft>
              <a:buClr>
                <a:schemeClr val="dk1"/>
              </a:buClr>
              <a:buSzPts val="2800"/>
              <a:buFont typeface="Arial"/>
              <a:buNone/>
              <a:defRPr sz="2800">
                <a:solidFill>
                  <a:schemeClr val="dk1"/>
                </a:solidFill>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pic>
        <p:nvPicPr>
          <p:cNvPr id="45" name="Google Shape;45;p14"/>
          <p:cNvPicPr preferRelativeResize="0"/>
          <p:nvPr/>
        </p:nvPicPr>
        <p:blipFill rotWithShape="1">
          <a:blip r:embed="rId2">
            <a:alphaModFix/>
          </a:blip>
          <a:srcRect/>
          <a:stretch/>
        </p:blipFill>
        <p:spPr>
          <a:xfrm>
            <a:off x="8212435" y="148185"/>
            <a:ext cx="1326669" cy="509717"/>
          </a:xfrm>
          <a:prstGeom prst="rect">
            <a:avLst/>
          </a:prstGeom>
          <a:noFill/>
          <a:ln>
            <a:noFill/>
          </a:ln>
        </p:spPr>
      </p:pic>
      <p:sp>
        <p:nvSpPr>
          <p:cNvPr id="46" name="Google Shape;46;p14"/>
          <p:cNvSpPr/>
          <p:nvPr/>
        </p:nvSpPr>
        <p:spPr>
          <a:xfrm>
            <a:off x="6837528" y="6625061"/>
            <a:ext cx="2652547" cy="135422"/>
          </a:xfrm>
          <a:prstGeom prst="rect">
            <a:avLst/>
          </a:prstGeom>
          <a:noFill/>
          <a:ln>
            <a:noFill/>
          </a:ln>
        </p:spPr>
        <p:txBody>
          <a:bodyPr spcFirstLastPara="1" wrap="square" lIns="0" tIns="0" rIns="0" bIns="0" anchor="b" anchorCtr="0">
            <a:spAutoFit/>
          </a:bodyPr>
          <a:lstStyle/>
          <a:p>
            <a:pPr marL="0" marR="0" lvl="0" indent="0" algn="r" rtl="0">
              <a:lnSpc>
                <a:spcPct val="110000"/>
              </a:lnSpc>
              <a:spcBef>
                <a:spcPts val="0"/>
              </a:spcBef>
              <a:spcAft>
                <a:spcPts val="0"/>
              </a:spcAft>
              <a:buClr>
                <a:srgbClr val="0C0C0C"/>
              </a:buClr>
              <a:buSzPts val="800"/>
              <a:buFont typeface="Arial"/>
              <a:buNone/>
            </a:pPr>
            <a:r>
              <a:rPr lang="ja-JP" sz="800" b="0" i="0" u="none" strike="noStrike" cap="none">
                <a:solidFill>
                  <a:srgbClr val="0C0C0C"/>
                </a:solidFill>
                <a:latin typeface="Arial"/>
                <a:ea typeface="Arial"/>
                <a:cs typeface="Arial"/>
                <a:sym typeface="Arial"/>
              </a:rPr>
              <a:t>© KYOCERA Communication Systems Co., Ltd.</a:t>
            </a:r>
            <a:endParaRPr sz="800" b="0" i="0" u="none" strike="noStrike" cap="none">
              <a:solidFill>
                <a:srgbClr val="0C0C0C"/>
              </a:solidFill>
              <a:latin typeface="Arial"/>
              <a:ea typeface="Arial"/>
              <a:cs typeface="Arial"/>
              <a:sym typeface="Arial"/>
            </a:endParaRPr>
          </a:p>
        </p:txBody>
      </p:sp>
    </p:spTree>
  </p:cSld>
  <p:clrMapOvr>
    <a:masterClrMapping/>
  </p:clrMapOvr>
</p:sldLayout>
</file>

<file path=ppt/slideMasters/_rels/slideMaster1.xml.rels><?xml version="1.0" encoding="UTF-8" standalone="yes"?>
<Relationships xmlns="http://schemas.openxmlformats.org/package/2006/relationships"><Relationship Id="rId3" Type="http://schemas.openxmlformats.org/officeDocument/2006/relationships/slideLayout" Target="../slideLayouts/slideLayout3.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theme" Target="../theme/theme1.xml"/><Relationship Id="rId5" Type="http://schemas.openxmlformats.org/officeDocument/2006/relationships/slideLayout" Target="../slideLayouts/slideLayout5.xml"/><Relationship Id="rId4" Type="http://schemas.openxmlformats.org/officeDocument/2006/relationships/slideLayout" Target="../slideLayouts/slideLayout4.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Shape 9"/>
        <p:cNvGrpSpPr/>
        <p:nvPr/>
      </p:nvGrpSpPr>
      <p:grpSpPr>
        <a:xfrm>
          <a:off x="0" y="0"/>
          <a:ext cx="0" cy="0"/>
          <a:chOff x="0" y="0"/>
          <a:chExt cx="0" cy="0"/>
        </a:xfrm>
      </p:grpSpPr>
      <p:sp>
        <p:nvSpPr>
          <p:cNvPr id="10" name="Google Shape;10;p10"/>
          <p:cNvSpPr txBox="1">
            <a:spLocks noGrp="1"/>
          </p:cNvSpPr>
          <p:nvPr>
            <p:ph type="title"/>
          </p:nvPr>
        </p:nvSpPr>
        <p:spPr>
          <a:xfrm>
            <a:off x="681038" y="365127"/>
            <a:ext cx="8543925" cy="1325563"/>
          </a:xfrm>
          <a:prstGeom prst="rect">
            <a:avLst/>
          </a:prstGeom>
          <a:noFill/>
          <a:ln>
            <a:noFill/>
          </a:ln>
        </p:spPr>
        <p:txBody>
          <a:bodyPr spcFirstLastPara="1" wrap="square" lIns="91425" tIns="45700" rIns="91425" bIns="45700" anchor="ctr" anchorCtr="0">
            <a:normAutofit/>
          </a:bodyPr>
          <a:lstStyle>
            <a:lvl1pPr marR="0" lvl="0" algn="l" rtl="0">
              <a:lnSpc>
                <a:spcPct val="90000"/>
              </a:lnSpc>
              <a:spcBef>
                <a:spcPts val="0"/>
              </a:spcBef>
              <a:spcAft>
                <a:spcPts val="0"/>
              </a:spcAft>
              <a:buClr>
                <a:schemeClr val="dk1"/>
              </a:buClr>
              <a:buSzPts val="4400"/>
              <a:buFont typeface="Arial"/>
              <a:buNone/>
              <a:defRPr sz="4400" b="0" i="0" u="none" strike="noStrike" cap="none">
                <a:solidFill>
                  <a:schemeClr val="dk1"/>
                </a:solidFill>
                <a:latin typeface="Arial"/>
                <a:ea typeface="Arial"/>
                <a:cs typeface="Arial"/>
                <a:sym typeface="Arial"/>
              </a:defRPr>
            </a:lvl1pPr>
            <a:lvl2pPr marR="0" lvl="1"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9pPr>
          </a:lstStyle>
          <a:p>
            <a:endParaRPr/>
          </a:p>
        </p:txBody>
      </p:sp>
      <p:sp>
        <p:nvSpPr>
          <p:cNvPr id="11" name="Google Shape;11;p10"/>
          <p:cNvSpPr txBox="1">
            <a:spLocks noGrp="1"/>
          </p:cNvSpPr>
          <p:nvPr>
            <p:ph type="body" idx="1"/>
          </p:nvPr>
        </p:nvSpPr>
        <p:spPr>
          <a:xfrm>
            <a:off x="681038" y="1825625"/>
            <a:ext cx="8543925" cy="4351338"/>
          </a:xfrm>
          <a:prstGeom prst="rect">
            <a:avLst/>
          </a:prstGeom>
          <a:noFill/>
          <a:ln>
            <a:noFill/>
          </a:ln>
        </p:spPr>
        <p:txBody>
          <a:bodyPr spcFirstLastPara="1" wrap="square" lIns="91425" tIns="45700" rIns="91425" bIns="45700" anchor="t" anchorCtr="0">
            <a:normAutofit/>
          </a:bodyPr>
          <a:lstStyle>
            <a:lvl1pPr marL="457200" marR="0" lvl="0" indent="-406400" algn="l" rtl="0">
              <a:lnSpc>
                <a:spcPct val="90000"/>
              </a:lnSpc>
              <a:spcBef>
                <a:spcPts val="1000"/>
              </a:spcBef>
              <a:spcAft>
                <a:spcPts val="0"/>
              </a:spcAft>
              <a:buClr>
                <a:schemeClr val="dk1"/>
              </a:buClr>
              <a:buSzPts val="2800"/>
              <a:buFont typeface="Arial"/>
              <a:buChar char="•"/>
              <a:defRPr sz="2800" b="0" i="0" u="none" strike="noStrike" cap="none">
                <a:solidFill>
                  <a:schemeClr val="dk1"/>
                </a:solidFill>
                <a:latin typeface="Arial"/>
                <a:ea typeface="Arial"/>
                <a:cs typeface="Arial"/>
                <a:sym typeface="Arial"/>
              </a:defRPr>
            </a:lvl1pPr>
            <a:lvl2pPr marL="914400" marR="0" lvl="1" indent="-381000" algn="l" rtl="0">
              <a:lnSpc>
                <a:spcPct val="90000"/>
              </a:lnSpc>
              <a:spcBef>
                <a:spcPts val="500"/>
              </a:spcBef>
              <a:spcAft>
                <a:spcPts val="0"/>
              </a:spcAft>
              <a:buClr>
                <a:schemeClr val="dk1"/>
              </a:buClr>
              <a:buSzPts val="2400"/>
              <a:buFont typeface="Arial"/>
              <a:buChar char="•"/>
              <a:defRPr sz="2400" b="0" i="0" u="none" strike="noStrike" cap="none">
                <a:solidFill>
                  <a:schemeClr val="dk1"/>
                </a:solidFill>
                <a:latin typeface="Arial"/>
                <a:ea typeface="Arial"/>
                <a:cs typeface="Arial"/>
                <a:sym typeface="Arial"/>
              </a:defRPr>
            </a:lvl2pPr>
            <a:lvl3pPr marL="1371600" marR="0" lvl="2" indent="-355600" algn="l" rtl="0">
              <a:lnSpc>
                <a:spcPct val="90000"/>
              </a:lnSpc>
              <a:spcBef>
                <a:spcPts val="500"/>
              </a:spcBef>
              <a:spcAft>
                <a:spcPts val="0"/>
              </a:spcAft>
              <a:buClr>
                <a:schemeClr val="dk1"/>
              </a:buClr>
              <a:buSzPts val="2000"/>
              <a:buFont typeface="Arial"/>
              <a:buChar char="•"/>
              <a:defRPr sz="2000" b="0" i="0" u="none" strike="noStrike" cap="none">
                <a:solidFill>
                  <a:schemeClr val="dk1"/>
                </a:solidFill>
                <a:latin typeface="Arial"/>
                <a:ea typeface="Arial"/>
                <a:cs typeface="Arial"/>
                <a:sym typeface="Arial"/>
              </a:defRPr>
            </a:lvl3pPr>
            <a:lvl4pPr marL="1828800" marR="0" lvl="3"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Arial"/>
                <a:ea typeface="Arial"/>
                <a:cs typeface="Arial"/>
                <a:sym typeface="Arial"/>
              </a:defRPr>
            </a:lvl4pPr>
            <a:lvl5pPr marL="2286000" marR="0" lvl="4"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Arial"/>
                <a:ea typeface="Arial"/>
                <a:cs typeface="Arial"/>
                <a:sym typeface="Arial"/>
              </a:defRPr>
            </a:lvl5pPr>
            <a:lvl6pPr marL="2743200" marR="0" lvl="5"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Arial"/>
                <a:ea typeface="Arial"/>
                <a:cs typeface="Arial"/>
                <a:sym typeface="Arial"/>
              </a:defRPr>
            </a:lvl6pPr>
            <a:lvl7pPr marL="3200400" marR="0" lvl="6"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Arial"/>
                <a:ea typeface="Arial"/>
                <a:cs typeface="Arial"/>
                <a:sym typeface="Arial"/>
              </a:defRPr>
            </a:lvl7pPr>
            <a:lvl8pPr marL="3657600" marR="0" lvl="7"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Arial"/>
                <a:ea typeface="Arial"/>
                <a:cs typeface="Arial"/>
                <a:sym typeface="Arial"/>
              </a:defRPr>
            </a:lvl8pPr>
            <a:lvl9pPr marL="4114800" marR="0" lvl="8"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Arial"/>
                <a:ea typeface="Arial"/>
                <a:cs typeface="Arial"/>
                <a:sym typeface="Arial"/>
              </a:defRPr>
            </a:lvl9pPr>
          </a:lstStyle>
          <a:p>
            <a:endParaRPr/>
          </a:p>
        </p:txBody>
      </p:sp>
      <p:sp>
        <p:nvSpPr>
          <p:cNvPr id="12" name="Google Shape;12;p10"/>
          <p:cNvSpPr txBox="1">
            <a:spLocks noGrp="1"/>
          </p:cNvSpPr>
          <p:nvPr>
            <p:ph type="dt" idx="10"/>
          </p:nvPr>
        </p:nvSpPr>
        <p:spPr>
          <a:xfrm>
            <a:off x="681038" y="6356352"/>
            <a:ext cx="2228850" cy="365125"/>
          </a:xfrm>
          <a:prstGeom prst="rect">
            <a:avLst/>
          </a:prstGeom>
          <a:noFill/>
          <a:ln>
            <a:noFill/>
          </a:ln>
        </p:spPr>
        <p:txBody>
          <a:bodyPr spcFirstLastPara="1" wrap="square" lIns="91425" tIns="45700" rIns="91425" bIns="45700" anchor="ctr" anchorCtr="0">
            <a:noAutofit/>
          </a:bodyPr>
          <a:lstStyle>
            <a:lvl1pPr marR="0" lvl="0" algn="l" rtl="0">
              <a:lnSpc>
                <a:spcPct val="100000"/>
              </a:lnSpc>
              <a:spcBef>
                <a:spcPts val="0"/>
              </a:spcBef>
              <a:spcAft>
                <a:spcPts val="0"/>
              </a:spcAft>
              <a:buClr>
                <a:srgbClr val="000000"/>
              </a:buClr>
              <a:buSzPts val="1400"/>
              <a:buFont typeface="Arial"/>
              <a:buNone/>
              <a:defRPr sz="1200" b="0" i="0" u="none" strike="noStrike" cap="none">
                <a:solidFill>
                  <a:srgbClr val="888888"/>
                </a:solidFill>
                <a:latin typeface="Arial"/>
                <a:ea typeface="Arial"/>
                <a:cs typeface="Arial"/>
                <a:sym typeface="Arial"/>
              </a:defRPr>
            </a:lvl1pPr>
            <a:lvl2pPr marR="0" lvl="1"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Arial"/>
                <a:ea typeface="Arial"/>
                <a:cs typeface="Arial"/>
                <a:sym typeface="Arial"/>
              </a:defRPr>
            </a:lvl2pPr>
            <a:lvl3pPr marR="0" lvl="2"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Arial"/>
                <a:ea typeface="Arial"/>
                <a:cs typeface="Arial"/>
                <a:sym typeface="Arial"/>
              </a:defRPr>
            </a:lvl3pPr>
            <a:lvl4pPr marR="0" lvl="3"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Arial"/>
                <a:ea typeface="Arial"/>
                <a:cs typeface="Arial"/>
                <a:sym typeface="Arial"/>
              </a:defRPr>
            </a:lvl4pPr>
            <a:lvl5pPr marR="0" lvl="4"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Arial"/>
                <a:ea typeface="Arial"/>
                <a:cs typeface="Arial"/>
                <a:sym typeface="Arial"/>
              </a:defRPr>
            </a:lvl5pPr>
            <a:lvl6pPr marR="0" lvl="5"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Arial"/>
                <a:ea typeface="Arial"/>
                <a:cs typeface="Arial"/>
                <a:sym typeface="Arial"/>
              </a:defRPr>
            </a:lvl6pPr>
            <a:lvl7pPr marR="0" lvl="6"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Arial"/>
                <a:ea typeface="Arial"/>
                <a:cs typeface="Arial"/>
                <a:sym typeface="Arial"/>
              </a:defRPr>
            </a:lvl7pPr>
            <a:lvl8pPr marR="0" lvl="7"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Arial"/>
                <a:ea typeface="Arial"/>
                <a:cs typeface="Arial"/>
                <a:sym typeface="Arial"/>
              </a:defRPr>
            </a:lvl8pPr>
            <a:lvl9pPr marR="0" lvl="8"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Arial"/>
                <a:ea typeface="Arial"/>
                <a:cs typeface="Arial"/>
                <a:sym typeface="Arial"/>
              </a:defRPr>
            </a:lvl9pPr>
          </a:lstStyle>
          <a:p>
            <a:endParaRPr/>
          </a:p>
        </p:txBody>
      </p:sp>
      <p:sp>
        <p:nvSpPr>
          <p:cNvPr id="13" name="Google Shape;13;p10"/>
          <p:cNvSpPr txBox="1">
            <a:spLocks noGrp="1"/>
          </p:cNvSpPr>
          <p:nvPr>
            <p:ph type="ftr" idx="11"/>
          </p:nvPr>
        </p:nvSpPr>
        <p:spPr>
          <a:xfrm>
            <a:off x="3281363" y="6356352"/>
            <a:ext cx="3343275" cy="365125"/>
          </a:xfrm>
          <a:prstGeom prst="rect">
            <a:avLst/>
          </a:prstGeom>
          <a:noFill/>
          <a:ln>
            <a:noFill/>
          </a:ln>
        </p:spPr>
        <p:txBody>
          <a:bodyPr spcFirstLastPara="1" wrap="square" lIns="91425" tIns="45700" rIns="91425" bIns="45700" anchor="ctr" anchorCtr="0">
            <a:noAutofit/>
          </a:bodyPr>
          <a:lstStyle>
            <a:lvl1pPr marR="0" lvl="0" algn="ctr" rtl="0">
              <a:lnSpc>
                <a:spcPct val="100000"/>
              </a:lnSpc>
              <a:spcBef>
                <a:spcPts val="0"/>
              </a:spcBef>
              <a:spcAft>
                <a:spcPts val="0"/>
              </a:spcAft>
              <a:buClr>
                <a:srgbClr val="000000"/>
              </a:buClr>
              <a:buSzPts val="1400"/>
              <a:buFont typeface="Arial"/>
              <a:buNone/>
              <a:defRPr sz="1200" b="0" i="0" u="none" strike="noStrike" cap="none">
                <a:solidFill>
                  <a:srgbClr val="888888"/>
                </a:solidFill>
                <a:latin typeface="Arial"/>
                <a:ea typeface="Arial"/>
                <a:cs typeface="Arial"/>
                <a:sym typeface="Arial"/>
              </a:defRPr>
            </a:lvl1pPr>
            <a:lvl2pPr marR="0" lvl="1"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Arial"/>
                <a:ea typeface="Arial"/>
                <a:cs typeface="Arial"/>
                <a:sym typeface="Arial"/>
              </a:defRPr>
            </a:lvl2pPr>
            <a:lvl3pPr marR="0" lvl="2"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Arial"/>
                <a:ea typeface="Arial"/>
                <a:cs typeface="Arial"/>
                <a:sym typeface="Arial"/>
              </a:defRPr>
            </a:lvl3pPr>
            <a:lvl4pPr marR="0" lvl="3"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Arial"/>
                <a:ea typeface="Arial"/>
                <a:cs typeface="Arial"/>
                <a:sym typeface="Arial"/>
              </a:defRPr>
            </a:lvl4pPr>
            <a:lvl5pPr marR="0" lvl="4"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Arial"/>
                <a:ea typeface="Arial"/>
                <a:cs typeface="Arial"/>
                <a:sym typeface="Arial"/>
              </a:defRPr>
            </a:lvl5pPr>
            <a:lvl6pPr marR="0" lvl="5"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Arial"/>
                <a:ea typeface="Arial"/>
                <a:cs typeface="Arial"/>
                <a:sym typeface="Arial"/>
              </a:defRPr>
            </a:lvl6pPr>
            <a:lvl7pPr marR="0" lvl="6"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Arial"/>
                <a:ea typeface="Arial"/>
                <a:cs typeface="Arial"/>
                <a:sym typeface="Arial"/>
              </a:defRPr>
            </a:lvl7pPr>
            <a:lvl8pPr marR="0" lvl="7"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Arial"/>
                <a:ea typeface="Arial"/>
                <a:cs typeface="Arial"/>
                <a:sym typeface="Arial"/>
              </a:defRPr>
            </a:lvl8pPr>
            <a:lvl9pPr marR="0" lvl="8"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Arial"/>
                <a:ea typeface="Arial"/>
                <a:cs typeface="Arial"/>
                <a:sym typeface="Arial"/>
              </a:defRPr>
            </a:lvl9pPr>
          </a:lstStyle>
          <a:p>
            <a:endParaRPr/>
          </a:p>
        </p:txBody>
      </p:sp>
      <p:sp>
        <p:nvSpPr>
          <p:cNvPr id="14" name="Google Shape;14;p10"/>
          <p:cNvSpPr txBox="1">
            <a:spLocks noGrp="1"/>
          </p:cNvSpPr>
          <p:nvPr>
            <p:ph type="sldNum" idx="12"/>
          </p:nvPr>
        </p:nvSpPr>
        <p:spPr>
          <a:xfrm>
            <a:off x="6996113" y="6356352"/>
            <a:ext cx="2228850" cy="365125"/>
          </a:xfrm>
          <a:prstGeom prst="rect">
            <a:avLst/>
          </a:prstGeom>
          <a:noFill/>
          <a:ln>
            <a:noFill/>
          </a:ln>
        </p:spPr>
        <p:txBody>
          <a:bodyPr spcFirstLastPara="1" wrap="square" lIns="91425" tIns="45700" rIns="91425" bIns="45700" anchor="ctr" anchorCtr="0">
            <a:noAutofit/>
          </a:bodyPr>
          <a:lstStyle>
            <a:lvl1pPr marL="0" marR="0" lvl="0" indent="0" algn="r" rtl="0">
              <a:lnSpc>
                <a:spcPct val="100000"/>
              </a:lnSpc>
              <a:spcBef>
                <a:spcPts val="0"/>
              </a:spcBef>
              <a:spcAft>
                <a:spcPts val="0"/>
              </a:spcAft>
              <a:buClr>
                <a:srgbClr val="000000"/>
              </a:buClr>
              <a:buSzPts val="1200"/>
              <a:buFont typeface="Arial"/>
              <a:buNone/>
              <a:defRPr sz="1200" b="0" i="0" u="none" strike="noStrike" cap="none">
                <a:solidFill>
                  <a:srgbClr val="888888"/>
                </a:solidFill>
                <a:latin typeface="Arial"/>
                <a:ea typeface="Arial"/>
                <a:cs typeface="Arial"/>
                <a:sym typeface="Arial"/>
              </a:defRPr>
            </a:lvl1pPr>
            <a:lvl2pPr marL="0" marR="0" lvl="1" indent="0" algn="r" rtl="0">
              <a:lnSpc>
                <a:spcPct val="100000"/>
              </a:lnSpc>
              <a:spcBef>
                <a:spcPts val="0"/>
              </a:spcBef>
              <a:spcAft>
                <a:spcPts val="0"/>
              </a:spcAft>
              <a:buClr>
                <a:srgbClr val="000000"/>
              </a:buClr>
              <a:buSzPts val="1200"/>
              <a:buFont typeface="Arial"/>
              <a:buNone/>
              <a:defRPr sz="1200" b="0" i="0" u="none" strike="noStrike" cap="none">
                <a:solidFill>
                  <a:srgbClr val="888888"/>
                </a:solidFill>
                <a:latin typeface="Arial"/>
                <a:ea typeface="Arial"/>
                <a:cs typeface="Arial"/>
                <a:sym typeface="Arial"/>
              </a:defRPr>
            </a:lvl2pPr>
            <a:lvl3pPr marL="0" marR="0" lvl="2" indent="0" algn="r" rtl="0">
              <a:lnSpc>
                <a:spcPct val="100000"/>
              </a:lnSpc>
              <a:spcBef>
                <a:spcPts val="0"/>
              </a:spcBef>
              <a:spcAft>
                <a:spcPts val="0"/>
              </a:spcAft>
              <a:buClr>
                <a:srgbClr val="000000"/>
              </a:buClr>
              <a:buSzPts val="1200"/>
              <a:buFont typeface="Arial"/>
              <a:buNone/>
              <a:defRPr sz="1200" b="0" i="0" u="none" strike="noStrike" cap="none">
                <a:solidFill>
                  <a:srgbClr val="888888"/>
                </a:solidFill>
                <a:latin typeface="Arial"/>
                <a:ea typeface="Arial"/>
                <a:cs typeface="Arial"/>
                <a:sym typeface="Arial"/>
              </a:defRPr>
            </a:lvl3pPr>
            <a:lvl4pPr marL="0" marR="0" lvl="3" indent="0" algn="r" rtl="0">
              <a:lnSpc>
                <a:spcPct val="100000"/>
              </a:lnSpc>
              <a:spcBef>
                <a:spcPts val="0"/>
              </a:spcBef>
              <a:spcAft>
                <a:spcPts val="0"/>
              </a:spcAft>
              <a:buClr>
                <a:srgbClr val="000000"/>
              </a:buClr>
              <a:buSzPts val="1200"/>
              <a:buFont typeface="Arial"/>
              <a:buNone/>
              <a:defRPr sz="1200" b="0" i="0" u="none" strike="noStrike" cap="none">
                <a:solidFill>
                  <a:srgbClr val="888888"/>
                </a:solidFill>
                <a:latin typeface="Arial"/>
                <a:ea typeface="Arial"/>
                <a:cs typeface="Arial"/>
                <a:sym typeface="Arial"/>
              </a:defRPr>
            </a:lvl4pPr>
            <a:lvl5pPr marL="0" marR="0" lvl="4" indent="0" algn="r" rtl="0">
              <a:lnSpc>
                <a:spcPct val="100000"/>
              </a:lnSpc>
              <a:spcBef>
                <a:spcPts val="0"/>
              </a:spcBef>
              <a:spcAft>
                <a:spcPts val="0"/>
              </a:spcAft>
              <a:buClr>
                <a:srgbClr val="000000"/>
              </a:buClr>
              <a:buSzPts val="1200"/>
              <a:buFont typeface="Arial"/>
              <a:buNone/>
              <a:defRPr sz="1200" b="0" i="0" u="none" strike="noStrike" cap="none">
                <a:solidFill>
                  <a:srgbClr val="888888"/>
                </a:solidFill>
                <a:latin typeface="Arial"/>
                <a:ea typeface="Arial"/>
                <a:cs typeface="Arial"/>
                <a:sym typeface="Arial"/>
              </a:defRPr>
            </a:lvl5pPr>
            <a:lvl6pPr marL="0" marR="0" lvl="5" indent="0" algn="r" rtl="0">
              <a:lnSpc>
                <a:spcPct val="100000"/>
              </a:lnSpc>
              <a:spcBef>
                <a:spcPts val="0"/>
              </a:spcBef>
              <a:spcAft>
                <a:spcPts val="0"/>
              </a:spcAft>
              <a:buClr>
                <a:srgbClr val="000000"/>
              </a:buClr>
              <a:buSzPts val="1200"/>
              <a:buFont typeface="Arial"/>
              <a:buNone/>
              <a:defRPr sz="1200" b="0" i="0" u="none" strike="noStrike" cap="none">
                <a:solidFill>
                  <a:srgbClr val="888888"/>
                </a:solidFill>
                <a:latin typeface="Arial"/>
                <a:ea typeface="Arial"/>
                <a:cs typeface="Arial"/>
                <a:sym typeface="Arial"/>
              </a:defRPr>
            </a:lvl6pPr>
            <a:lvl7pPr marL="0" marR="0" lvl="6" indent="0" algn="r" rtl="0">
              <a:lnSpc>
                <a:spcPct val="100000"/>
              </a:lnSpc>
              <a:spcBef>
                <a:spcPts val="0"/>
              </a:spcBef>
              <a:spcAft>
                <a:spcPts val="0"/>
              </a:spcAft>
              <a:buClr>
                <a:srgbClr val="000000"/>
              </a:buClr>
              <a:buSzPts val="1200"/>
              <a:buFont typeface="Arial"/>
              <a:buNone/>
              <a:defRPr sz="1200" b="0" i="0" u="none" strike="noStrike" cap="none">
                <a:solidFill>
                  <a:srgbClr val="888888"/>
                </a:solidFill>
                <a:latin typeface="Arial"/>
                <a:ea typeface="Arial"/>
                <a:cs typeface="Arial"/>
                <a:sym typeface="Arial"/>
              </a:defRPr>
            </a:lvl7pPr>
            <a:lvl8pPr marL="0" marR="0" lvl="7" indent="0" algn="r" rtl="0">
              <a:lnSpc>
                <a:spcPct val="100000"/>
              </a:lnSpc>
              <a:spcBef>
                <a:spcPts val="0"/>
              </a:spcBef>
              <a:spcAft>
                <a:spcPts val="0"/>
              </a:spcAft>
              <a:buClr>
                <a:srgbClr val="000000"/>
              </a:buClr>
              <a:buSzPts val="1200"/>
              <a:buFont typeface="Arial"/>
              <a:buNone/>
              <a:defRPr sz="1200" b="0" i="0" u="none" strike="noStrike" cap="none">
                <a:solidFill>
                  <a:srgbClr val="888888"/>
                </a:solidFill>
                <a:latin typeface="Arial"/>
                <a:ea typeface="Arial"/>
                <a:cs typeface="Arial"/>
                <a:sym typeface="Arial"/>
              </a:defRPr>
            </a:lvl8pPr>
            <a:lvl9pPr marL="0" marR="0" lvl="8" indent="0" algn="r" rtl="0">
              <a:lnSpc>
                <a:spcPct val="100000"/>
              </a:lnSpc>
              <a:spcBef>
                <a:spcPts val="0"/>
              </a:spcBef>
              <a:spcAft>
                <a:spcPts val="0"/>
              </a:spcAft>
              <a:buClr>
                <a:srgbClr val="000000"/>
              </a:buClr>
              <a:buSzPts val="1200"/>
              <a:buFont typeface="Arial"/>
              <a:buNone/>
              <a:defRPr sz="1200" b="0" i="0" u="none" strike="noStrike" cap="none">
                <a:solidFill>
                  <a:srgbClr val="888888"/>
                </a:solidFill>
                <a:latin typeface="Arial"/>
                <a:ea typeface="Arial"/>
                <a:cs typeface="Arial"/>
                <a:sym typeface="Arial"/>
              </a:defRPr>
            </a:lvl9pPr>
          </a:lstStyle>
          <a:p>
            <a:pPr marL="0" lvl="0" indent="0" algn="r" rtl="0">
              <a:spcBef>
                <a:spcPts val="0"/>
              </a:spcBef>
              <a:spcAft>
                <a:spcPts val="0"/>
              </a:spcAft>
              <a:buNone/>
            </a:pPr>
            <a:fld id="{00000000-1234-1234-1234-123412341234}" type="slidenum">
              <a:rPr lang="ja-JP"/>
              <a:t>‹#›</a:t>
            </a:fld>
            <a:endParaRPr/>
          </a:p>
        </p:txBody>
      </p:sp>
    </p:spTree>
  </p:cSld>
  <p:clrMap bg1="lt1" tx1="dk1" bg2="dk2" tx2="lt2" accent1="accent1" accent2="accent2" accent3="accent3" accent4="accent4" accent5="accent5" accent6="accent6" hlink="hlink" folHlink="folHlink"/>
  <p:sldLayoutIdLst>
    <p:sldLayoutId id="2147483653" r:id="rId1"/>
    <p:sldLayoutId id="2147483649" r:id="rId2"/>
    <p:sldLayoutId id="2147483650" r:id="rId3"/>
    <p:sldLayoutId id="2147483651" r:id="rId4"/>
    <p:sldLayoutId id="2147483652" r:id="rId5"/>
  </p:sldLayoutIdLst>
  <p:hf hdr="0" ftr="0" dt="0"/>
  <p:txStyles>
    <p:title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titleStyle>
    <p:body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bodyStyle>
    <p:other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2.xml"/></Relationships>
</file>

<file path=ppt/slides/_rels/slide2.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notesSlide" Target="../notesSlides/notesSlide2.xml"/><Relationship Id="rId1" Type="http://schemas.openxmlformats.org/officeDocument/2006/relationships/slideLayout" Target="../slideLayouts/slideLayout3.xml"/><Relationship Id="rId4" Type="http://schemas.openxmlformats.org/officeDocument/2006/relationships/image" Target="../media/image7.png"/></Relationships>
</file>

<file path=ppt/slides/_rels/slide3.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notesSlide" Target="../notesSlides/notesSlide3.xml"/><Relationship Id="rId1" Type="http://schemas.openxmlformats.org/officeDocument/2006/relationships/slideLayout" Target="../slideLayouts/slideLayout3.xml"/><Relationship Id="rId6" Type="http://schemas.openxmlformats.org/officeDocument/2006/relationships/image" Target="../media/image11.png"/><Relationship Id="rId5" Type="http://schemas.openxmlformats.org/officeDocument/2006/relationships/image" Target="../media/image10.png"/><Relationship Id="rId4" Type="http://schemas.openxmlformats.org/officeDocument/2006/relationships/image" Target="../media/image9.png"/></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3.xml"/></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3.xml"/></Relationships>
</file>

<file path=ppt/slides/_rels/slide6.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1.xml"/></Relationships>
</file>

<file path=ppt/slides/_rels/slide7.xml.rels><?xml version="1.0" encoding="UTF-8" standalone="yes"?>
<Relationships xmlns="http://schemas.openxmlformats.org/package/2006/relationships"><Relationship Id="rId3" Type="http://schemas.openxmlformats.org/officeDocument/2006/relationships/image" Target="../media/image12.gif"/><Relationship Id="rId2" Type="http://schemas.openxmlformats.org/officeDocument/2006/relationships/notesSlide" Target="../notesSlides/notesSlide7.xml"/><Relationship Id="rId1" Type="http://schemas.openxmlformats.org/officeDocument/2006/relationships/slideLayout" Target="../slideLayouts/slideLayout4.xml"/><Relationship Id="rId5" Type="http://schemas.openxmlformats.org/officeDocument/2006/relationships/image" Target="../media/image14.gif"/><Relationship Id="rId4" Type="http://schemas.openxmlformats.org/officeDocument/2006/relationships/image" Target="../media/image13.png"/></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Shape 50"/>
        <p:cNvGrpSpPr/>
        <p:nvPr/>
      </p:nvGrpSpPr>
      <p:grpSpPr>
        <a:xfrm>
          <a:off x="0" y="0"/>
          <a:ext cx="0" cy="0"/>
          <a:chOff x="0" y="0"/>
          <a:chExt cx="0" cy="0"/>
        </a:xfrm>
      </p:grpSpPr>
      <p:sp>
        <p:nvSpPr>
          <p:cNvPr id="51" name="Google Shape;51;p1"/>
          <p:cNvSpPr txBox="1"/>
          <p:nvPr/>
        </p:nvSpPr>
        <p:spPr>
          <a:xfrm>
            <a:off x="1510233" y="2980419"/>
            <a:ext cx="7632700" cy="381000"/>
          </a:xfrm>
          <a:prstGeom prst="rect">
            <a:avLst/>
          </a:prstGeom>
          <a:noFill/>
          <a:ln>
            <a:noFill/>
          </a:ln>
        </p:spPr>
        <p:txBody>
          <a:bodyPr spcFirstLastPara="1" wrap="square" lIns="0" tIns="0" rIns="0" bIns="0" anchor="ctr" anchorCtr="0">
            <a:noAutofit/>
          </a:bodyPr>
          <a:lstStyle/>
          <a:p>
            <a:pPr marL="342900" marR="0" lvl="0" indent="-342900" algn="ctr" rtl="0">
              <a:lnSpc>
                <a:spcPct val="80000"/>
              </a:lnSpc>
              <a:spcBef>
                <a:spcPts val="0"/>
              </a:spcBef>
              <a:spcAft>
                <a:spcPts val="0"/>
              </a:spcAft>
              <a:buClr>
                <a:srgbClr val="B70031"/>
              </a:buClr>
              <a:buSzPts val="3000"/>
              <a:buFont typeface="Noto Sans Symbols"/>
              <a:buNone/>
            </a:pPr>
            <a:r>
              <a:rPr lang="ja-JP" sz="4000" b="1" i="0" u="none" strike="noStrike" cap="none" dirty="0" smtClean="0">
                <a:solidFill>
                  <a:srgbClr val="0C0C0C"/>
                </a:solidFill>
                <a:latin typeface="Arial"/>
                <a:ea typeface="Arial"/>
                <a:cs typeface="Arial"/>
                <a:sym typeface="Arial"/>
              </a:rPr>
              <a:t>★</a:t>
            </a:r>
            <a:r>
              <a:rPr lang="ja-JP" altLang="en-US" sz="4000" b="1" dirty="0">
                <a:solidFill>
                  <a:srgbClr val="0C0C0C"/>
                </a:solidFill>
              </a:rPr>
              <a:t>画面レイアウト</a:t>
            </a:r>
            <a:r>
              <a:rPr lang="ja-JP" altLang="en-US" sz="4000" b="1" dirty="0" smtClean="0">
                <a:solidFill>
                  <a:srgbClr val="0C0C0C"/>
                </a:solidFill>
              </a:rPr>
              <a:t>作成</a:t>
            </a:r>
            <a:r>
              <a:rPr lang="ja-JP" sz="4000" b="1" i="0" u="none" strike="noStrike" cap="none" dirty="0" smtClean="0">
                <a:solidFill>
                  <a:srgbClr val="0C0C0C"/>
                </a:solidFill>
                <a:latin typeface="Arial"/>
                <a:ea typeface="Arial"/>
                <a:cs typeface="Arial"/>
                <a:sym typeface="Arial"/>
              </a:rPr>
              <a:t>ゲーム</a:t>
            </a:r>
            <a:r>
              <a:rPr lang="ja-JP" sz="4000" b="1" i="0" u="none" strike="noStrike" cap="none" dirty="0">
                <a:solidFill>
                  <a:srgbClr val="0C0C0C"/>
                </a:solidFill>
                <a:latin typeface="Arial"/>
                <a:ea typeface="Arial"/>
                <a:cs typeface="Arial"/>
                <a:sym typeface="Arial"/>
              </a:rPr>
              <a:t>★</a:t>
            </a:r>
            <a:endParaRPr sz="4000" b="1" i="0" u="none" strike="noStrike" cap="none" dirty="0">
              <a:solidFill>
                <a:srgbClr val="0C0C0C"/>
              </a:solidFill>
              <a:latin typeface="Arial"/>
              <a:ea typeface="Arial"/>
              <a:cs typeface="Arial"/>
              <a:sym typeface="Arial"/>
            </a:endParaRPr>
          </a:p>
        </p:txBody>
      </p:sp>
      <p:sp>
        <p:nvSpPr>
          <p:cNvPr id="52" name="Google Shape;52;p1"/>
          <p:cNvSpPr/>
          <p:nvPr/>
        </p:nvSpPr>
        <p:spPr>
          <a:xfrm>
            <a:off x="5460023" y="5039180"/>
            <a:ext cx="4030052" cy="246221"/>
          </a:xfrm>
          <a:prstGeom prst="rect">
            <a:avLst/>
          </a:prstGeom>
          <a:noFill/>
          <a:ln>
            <a:noFill/>
          </a:ln>
        </p:spPr>
        <p:txBody>
          <a:bodyPr spcFirstLastPara="1" wrap="square" lIns="0" tIns="0" rIns="0" bIns="0" anchor="t" anchorCtr="0">
            <a:spAutoFit/>
          </a:bodyPr>
          <a:lstStyle/>
          <a:p>
            <a:pPr marL="0" marR="0" lvl="0" indent="0" algn="ctr" rtl="0">
              <a:lnSpc>
                <a:spcPct val="100000"/>
              </a:lnSpc>
              <a:spcBef>
                <a:spcPts val="0"/>
              </a:spcBef>
              <a:spcAft>
                <a:spcPts val="0"/>
              </a:spcAft>
              <a:buClr>
                <a:srgbClr val="000000"/>
              </a:buClr>
              <a:buSzPts val="1600"/>
              <a:buFont typeface="Arial"/>
              <a:buNone/>
            </a:pPr>
            <a:r>
              <a:rPr lang="ja-JP" sz="1600" b="0" i="0" u="none" strike="noStrike" cap="none" dirty="0" smtClean="0">
                <a:solidFill>
                  <a:schemeClr val="dk1"/>
                </a:solidFill>
                <a:latin typeface="Calibri"/>
                <a:ea typeface="Calibri"/>
                <a:cs typeface="Calibri"/>
                <a:sym typeface="Calibri"/>
              </a:rPr>
              <a:t>202</a:t>
            </a:r>
            <a:r>
              <a:rPr lang="en-US" altLang="ja-JP" sz="1600" b="0" i="0" u="none" strike="noStrike" cap="none" dirty="0" smtClean="0">
                <a:solidFill>
                  <a:schemeClr val="dk1"/>
                </a:solidFill>
                <a:latin typeface="Calibri"/>
                <a:ea typeface="Calibri"/>
                <a:cs typeface="Calibri"/>
                <a:sym typeface="Calibri"/>
              </a:rPr>
              <a:t>4</a:t>
            </a:r>
            <a:r>
              <a:rPr lang="ja-JP" sz="1600" b="0" i="0" u="none" strike="noStrike" cap="none" dirty="0" smtClean="0">
                <a:solidFill>
                  <a:schemeClr val="dk1"/>
                </a:solidFill>
                <a:latin typeface="Calibri"/>
                <a:ea typeface="Calibri"/>
                <a:cs typeface="Calibri"/>
                <a:sym typeface="Calibri"/>
              </a:rPr>
              <a:t>年</a:t>
            </a:r>
            <a:r>
              <a:rPr lang="ja-JP" sz="1600" b="0" i="0" u="none" strike="noStrike" cap="none" dirty="0">
                <a:solidFill>
                  <a:schemeClr val="dk1"/>
                </a:solidFill>
                <a:latin typeface="Calibri"/>
                <a:ea typeface="Calibri"/>
                <a:cs typeface="Calibri"/>
                <a:sym typeface="Calibri"/>
              </a:rPr>
              <a:t>　KCCS冬季インターンシップ資料</a:t>
            </a:r>
            <a:endParaRPr sz="1600" b="0" i="0" u="none" strike="noStrike" cap="none" dirty="0">
              <a:solidFill>
                <a:schemeClr val="dk1"/>
              </a:solidFill>
              <a:latin typeface="Arial"/>
              <a:ea typeface="Arial"/>
              <a:cs typeface="Arial"/>
              <a:sym typeface="Arial"/>
            </a:endParaRPr>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Shape 56"/>
        <p:cNvGrpSpPr/>
        <p:nvPr/>
      </p:nvGrpSpPr>
      <p:grpSpPr>
        <a:xfrm>
          <a:off x="0" y="0"/>
          <a:ext cx="0" cy="0"/>
          <a:chOff x="0" y="0"/>
          <a:chExt cx="0" cy="0"/>
        </a:xfrm>
      </p:grpSpPr>
      <p:sp>
        <p:nvSpPr>
          <p:cNvPr id="57" name="Google Shape;57;p2"/>
          <p:cNvSpPr txBox="1">
            <a:spLocks noGrp="1"/>
          </p:cNvSpPr>
          <p:nvPr>
            <p:ph type="sldNum" idx="12"/>
          </p:nvPr>
        </p:nvSpPr>
        <p:spPr>
          <a:xfrm>
            <a:off x="3838575" y="6492792"/>
            <a:ext cx="2228850" cy="365125"/>
          </a:xfrm>
          <a:prstGeom prst="rect">
            <a:avLst/>
          </a:prstGeom>
          <a:noFill/>
          <a:ln>
            <a:noFill/>
          </a:ln>
        </p:spPr>
        <p:txBody>
          <a:bodyPr spcFirstLastPara="1" wrap="square" lIns="91425" tIns="45700" rIns="91425" bIns="45700" anchor="ctr" anchorCtr="0">
            <a:noAutofit/>
          </a:bodyPr>
          <a:lstStyle/>
          <a:p>
            <a:pPr marL="0" lvl="0" indent="0" algn="ctr" rtl="0">
              <a:lnSpc>
                <a:spcPct val="100000"/>
              </a:lnSpc>
              <a:spcBef>
                <a:spcPts val="0"/>
              </a:spcBef>
              <a:spcAft>
                <a:spcPts val="0"/>
              </a:spcAft>
              <a:buSzPts val="1000"/>
              <a:buNone/>
            </a:pPr>
            <a:fld id="{00000000-1234-1234-1234-123412341234}" type="slidenum">
              <a:rPr lang="en-US" altLang="ja-JP"/>
              <a:t>2</a:t>
            </a:fld>
            <a:endParaRPr/>
          </a:p>
        </p:txBody>
      </p:sp>
      <p:sp>
        <p:nvSpPr>
          <p:cNvPr id="58" name="Google Shape;58;p2"/>
          <p:cNvSpPr txBox="1">
            <a:spLocks noGrp="1"/>
          </p:cNvSpPr>
          <p:nvPr>
            <p:ph type="title"/>
          </p:nvPr>
        </p:nvSpPr>
        <p:spPr>
          <a:xfrm>
            <a:off x="954001" y="127450"/>
            <a:ext cx="7193712" cy="631606"/>
          </a:xfrm>
          <a:prstGeom prst="rect">
            <a:avLst/>
          </a:prstGeom>
          <a:noFill/>
          <a:ln>
            <a:noFill/>
          </a:ln>
        </p:spPr>
        <p:txBody>
          <a:bodyPr spcFirstLastPara="1" wrap="square" lIns="91425" tIns="45700" rIns="91425" bIns="45700" anchor="ctr" anchorCtr="0">
            <a:normAutofit/>
          </a:bodyPr>
          <a:lstStyle/>
          <a:p>
            <a:pPr marL="0" lvl="0" indent="0" algn="l" rtl="0">
              <a:lnSpc>
                <a:spcPct val="90000"/>
              </a:lnSpc>
              <a:spcBef>
                <a:spcPts val="0"/>
              </a:spcBef>
              <a:spcAft>
                <a:spcPts val="0"/>
              </a:spcAft>
              <a:buClr>
                <a:schemeClr val="dk1"/>
              </a:buClr>
              <a:buSzPts val="2800"/>
              <a:buFont typeface="Arial"/>
              <a:buNone/>
            </a:pPr>
            <a:r>
              <a:rPr lang="ja-JP"/>
              <a:t>ストーリー</a:t>
            </a:r>
            <a:endParaRPr/>
          </a:p>
        </p:txBody>
      </p:sp>
      <p:sp>
        <p:nvSpPr>
          <p:cNvPr id="59" name="Google Shape;59;p2"/>
          <p:cNvSpPr txBox="1"/>
          <p:nvPr/>
        </p:nvSpPr>
        <p:spPr>
          <a:xfrm>
            <a:off x="1226374" y="1158314"/>
            <a:ext cx="4542127" cy="4702053"/>
          </a:xfrm>
          <a:prstGeom prst="rect">
            <a:avLst/>
          </a:prstGeom>
          <a:noFill/>
          <a:ln>
            <a:noFill/>
          </a:ln>
        </p:spPr>
        <p:txBody>
          <a:bodyPr spcFirstLastPara="1" wrap="square" lIns="0" tIns="0" rIns="0" bIns="0" anchor="ctr" anchorCtr="0">
            <a:noAutofit/>
          </a:bodyPr>
          <a:lstStyle/>
          <a:p>
            <a:pPr marL="0" marR="0" lvl="0" indent="0" algn="l" rtl="0">
              <a:lnSpc>
                <a:spcPct val="80000"/>
              </a:lnSpc>
              <a:spcBef>
                <a:spcPts val="0"/>
              </a:spcBef>
              <a:spcAft>
                <a:spcPts val="0"/>
              </a:spcAft>
              <a:buClr>
                <a:srgbClr val="B70031"/>
              </a:buClr>
              <a:buSzPts val="2000"/>
              <a:buFont typeface="Noto Sans Symbols"/>
              <a:buNone/>
            </a:pPr>
            <a:r>
              <a:rPr lang="ja-JP" sz="2400" b="0" i="0" u="none" strike="noStrike" cap="none" dirty="0">
                <a:solidFill>
                  <a:srgbClr val="000000"/>
                </a:solidFill>
                <a:sym typeface="Arial"/>
              </a:rPr>
              <a:t>あなた</a:t>
            </a:r>
            <a:r>
              <a:rPr lang="ja-JP" sz="2400" b="0" i="0" u="none" strike="noStrike" cap="none" dirty="0" smtClean="0">
                <a:solidFill>
                  <a:srgbClr val="000000"/>
                </a:solidFill>
                <a:sym typeface="Arial"/>
              </a:rPr>
              <a:t>は</a:t>
            </a:r>
            <a:r>
              <a:rPr lang="ja-JP" altLang="en-US" sz="2400" dirty="0"/>
              <a:t>と</a:t>
            </a:r>
            <a:r>
              <a:rPr lang="ja-JP" altLang="en-US" sz="2400" dirty="0" smtClean="0"/>
              <a:t>あるシステム開発会社</a:t>
            </a:r>
            <a:r>
              <a:rPr lang="ja-JP" sz="2400" b="0" i="0" u="none" strike="noStrike" cap="none" dirty="0" smtClean="0">
                <a:solidFill>
                  <a:srgbClr val="000000"/>
                </a:solidFill>
                <a:sym typeface="Arial"/>
              </a:rPr>
              <a:t>の</a:t>
            </a:r>
            <a:r>
              <a:rPr lang="ja-JP" altLang="en-US" sz="2400" dirty="0" smtClean="0"/>
              <a:t>サービス部門の</a:t>
            </a:r>
            <a:r>
              <a:rPr lang="ja-JP" sz="2400" b="0" i="0" u="none" strike="noStrike" cap="none" dirty="0" smtClean="0">
                <a:solidFill>
                  <a:srgbClr val="000000"/>
                </a:solidFill>
                <a:sym typeface="Arial"/>
              </a:rPr>
              <a:t>社員</a:t>
            </a:r>
            <a:r>
              <a:rPr lang="ja-JP" sz="2400" b="0" i="0" u="none" strike="noStrike" cap="none" dirty="0">
                <a:solidFill>
                  <a:srgbClr val="000000"/>
                </a:solidFill>
                <a:sym typeface="Arial"/>
              </a:rPr>
              <a:t>です。</a:t>
            </a:r>
            <a:endParaRPr sz="2400" b="0" i="0" u="none" strike="noStrike" cap="none" dirty="0">
              <a:solidFill>
                <a:srgbClr val="000000"/>
              </a:solidFill>
              <a:sym typeface="Arial"/>
            </a:endParaRPr>
          </a:p>
          <a:p>
            <a:pPr marL="0" marR="0" lvl="0" indent="0" algn="l" rtl="0">
              <a:lnSpc>
                <a:spcPct val="80000"/>
              </a:lnSpc>
              <a:spcBef>
                <a:spcPts val="500"/>
              </a:spcBef>
              <a:spcAft>
                <a:spcPts val="0"/>
              </a:spcAft>
              <a:buClr>
                <a:srgbClr val="B70031"/>
              </a:buClr>
              <a:buSzPts val="2000"/>
              <a:buFont typeface="Noto Sans Symbols"/>
              <a:buNone/>
            </a:pPr>
            <a:r>
              <a:rPr lang="ja-JP" sz="2400" b="0" i="0" u="none" strike="noStrike" cap="none" dirty="0">
                <a:solidFill>
                  <a:srgbClr val="000000"/>
                </a:solidFill>
                <a:sym typeface="Arial"/>
              </a:rPr>
              <a:t>この度</a:t>
            </a:r>
            <a:r>
              <a:rPr lang="ja-JP" sz="2400" b="0" i="0" u="none" strike="noStrike" cap="none" dirty="0" smtClean="0">
                <a:solidFill>
                  <a:srgbClr val="000000"/>
                </a:solidFill>
                <a:sym typeface="Arial"/>
              </a:rPr>
              <a:t>、</a:t>
            </a:r>
            <a:r>
              <a:rPr lang="en-US" altLang="ja-JP" sz="2400" dirty="0" smtClean="0"/>
              <a:t>YouTube</a:t>
            </a:r>
            <a:r>
              <a:rPr lang="ja-JP" altLang="en-US" sz="2400" dirty="0"/>
              <a:t>等</a:t>
            </a:r>
            <a:r>
              <a:rPr lang="ja-JP" altLang="en-US" sz="2400" dirty="0" smtClean="0"/>
              <a:t>で活動している料理研究家</a:t>
            </a:r>
            <a:r>
              <a:rPr lang="ja-JP" sz="2400" b="0" i="0" u="none" strike="noStrike" cap="none" dirty="0" smtClean="0">
                <a:solidFill>
                  <a:srgbClr val="000000"/>
                </a:solidFill>
                <a:sym typeface="Arial"/>
              </a:rPr>
              <a:t>の</a:t>
            </a:r>
            <a:r>
              <a:rPr lang="en-US" altLang="ja-JP" sz="2400" b="0" i="0" u="none" strike="noStrike" cap="none" dirty="0" err="1" smtClean="0">
                <a:solidFill>
                  <a:srgbClr val="000000"/>
                </a:solidFill>
                <a:sym typeface="Arial"/>
              </a:rPr>
              <a:t>Cera</a:t>
            </a:r>
            <a:r>
              <a:rPr lang="en-US" altLang="ja-JP" sz="2400" dirty="0" smtClean="0"/>
              <a:t>-</a:t>
            </a:r>
            <a:r>
              <a:rPr lang="ja-JP" altLang="en-US" sz="2400" dirty="0" smtClean="0"/>
              <a:t>ｾﾗ</a:t>
            </a:r>
            <a:r>
              <a:rPr lang="en-US" altLang="ja-JP" sz="2400" dirty="0" smtClean="0"/>
              <a:t>-</a:t>
            </a:r>
            <a:r>
              <a:rPr lang="ja-JP" altLang="en-US" sz="2400" dirty="0" smtClean="0"/>
              <a:t>さんから、</a:t>
            </a:r>
            <a:endParaRPr lang="en-US" altLang="ja-JP" sz="2400" b="0" i="0" u="none" strike="noStrike" cap="none" dirty="0" smtClean="0">
              <a:solidFill>
                <a:srgbClr val="000000"/>
              </a:solidFill>
              <a:sym typeface="Arial"/>
            </a:endParaRPr>
          </a:p>
          <a:p>
            <a:pPr marL="0" marR="0" lvl="0" indent="0" algn="l" rtl="0">
              <a:lnSpc>
                <a:spcPct val="80000"/>
              </a:lnSpc>
              <a:spcBef>
                <a:spcPts val="500"/>
              </a:spcBef>
              <a:spcAft>
                <a:spcPts val="0"/>
              </a:spcAft>
              <a:buClr>
                <a:srgbClr val="B70031"/>
              </a:buClr>
              <a:buSzPts val="2000"/>
              <a:buFont typeface="Noto Sans Symbols"/>
              <a:buNone/>
            </a:pPr>
            <a:r>
              <a:rPr lang="ja-JP" altLang="en-US" sz="2400" b="1" dirty="0" smtClean="0">
                <a:solidFill>
                  <a:schemeClr val="accent2"/>
                </a:solidFill>
              </a:rPr>
              <a:t>レシピ検索</a:t>
            </a:r>
            <a:r>
              <a:rPr lang="ja-JP" sz="2400" b="1" i="0" u="none" strike="noStrike" cap="none" dirty="0" smtClean="0">
                <a:solidFill>
                  <a:schemeClr val="accent2"/>
                </a:solidFill>
                <a:sym typeface="Arial"/>
              </a:rPr>
              <a:t>システム</a:t>
            </a:r>
            <a:r>
              <a:rPr lang="ja-JP" sz="2400" b="0" i="0" u="none" strike="noStrike" cap="none" dirty="0">
                <a:solidFill>
                  <a:srgbClr val="000000"/>
                </a:solidFill>
                <a:sym typeface="Arial"/>
              </a:rPr>
              <a:t>を作って欲しいと要望がありました。</a:t>
            </a:r>
            <a:endParaRPr sz="2400" b="0" i="0" u="none" strike="noStrike" cap="none" dirty="0">
              <a:solidFill>
                <a:srgbClr val="000000"/>
              </a:solidFill>
              <a:sym typeface="Arial"/>
            </a:endParaRPr>
          </a:p>
          <a:p>
            <a:pPr marL="0" marR="0" lvl="0" indent="0" algn="l" rtl="0">
              <a:lnSpc>
                <a:spcPct val="80000"/>
              </a:lnSpc>
              <a:spcBef>
                <a:spcPts val="500"/>
              </a:spcBef>
              <a:spcAft>
                <a:spcPts val="0"/>
              </a:spcAft>
              <a:buClr>
                <a:srgbClr val="B70031"/>
              </a:buClr>
              <a:buSzPts val="2000"/>
              <a:buFont typeface="Noto Sans Symbols"/>
              <a:buNone/>
            </a:pPr>
            <a:endParaRPr sz="2400" b="0" i="0" u="none" strike="noStrike" cap="none" dirty="0">
              <a:solidFill>
                <a:srgbClr val="000000"/>
              </a:solidFill>
              <a:sym typeface="Arial"/>
            </a:endParaRPr>
          </a:p>
          <a:p>
            <a:pPr marL="0" marR="0" lvl="0" indent="0" rtl="0">
              <a:lnSpc>
                <a:spcPct val="80000"/>
              </a:lnSpc>
              <a:spcBef>
                <a:spcPts val="500"/>
              </a:spcBef>
              <a:spcAft>
                <a:spcPts val="0"/>
              </a:spcAft>
              <a:buClr>
                <a:srgbClr val="B70031"/>
              </a:buClr>
              <a:buSzPts val="2000"/>
              <a:buFont typeface="Noto Sans Symbols"/>
              <a:buNone/>
            </a:pPr>
            <a:r>
              <a:rPr lang="ja-JP" altLang="en-US" sz="2400" b="1" dirty="0">
                <a:solidFill>
                  <a:schemeClr val="accent2"/>
                </a:solidFill>
              </a:rPr>
              <a:t>画面設計</a:t>
            </a:r>
            <a:r>
              <a:rPr lang="ja-JP" sz="2400" b="1" i="0" u="none" strike="noStrike" cap="none" dirty="0" smtClean="0">
                <a:solidFill>
                  <a:schemeClr val="accent2"/>
                </a:solidFill>
                <a:sym typeface="Arial"/>
              </a:rPr>
              <a:t>担当者</a:t>
            </a:r>
            <a:r>
              <a:rPr lang="ja-JP" sz="2400" b="0" i="0" u="none" strike="noStrike" cap="none" dirty="0">
                <a:solidFill>
                  <a:srgbClr val="000000"/>
                </a:solidFill>
                <a:sym typeface="Arial"/>
              </a:rPr>
              <a:t>に任命されたあなた</a:t>
            </a:r>
            <a:r>
              <a:rPr lang="ja-JP" sz="2400" b="0" i="0" u="none" strike="noStrike" cap="none" dirty="0" smtClean="0">
                <a:solidFill>
                  <a:srgbClr val="000000"/>
                </a:solidFill>
                <a:sym typeface="Arial"/>
              </a:rPr>
              <a:t>は</a:t>
            </a:r>
            <a:r>
              <a:rPr lang="ja-JP" altLang="en-US" sz="2400" b="0" i="0" u="none" strike="noStrike" cap="none" dirty="0" smtClean="0">
                <a:solidFill>
                  <a:srgbClr val="000000"/>
                </a:solidFill>
                <a:sym typeface="Arial"/>
              </a:rPr>
              <a:t>、あらかじめヒアリングした内容をもとに</a:t>
            </a:r>
            <a:r>
              <a:rPr lang="ja-JP" altLang="en-US" sz="2400" b="1" i="0" u="none" strike="noStrike" cap="none" dirty="0" smtClean="0">
                <a:solidFill>
                  <a:schemeClr val="accent2"/>
                </a:solidFill>
                <a:sym typeface="Arial"/>
              </a:rPr>
              <a:t>画面レイアウトを作成</a:t>
            </a:r>
            <a:r>
              <a:rPr lang="ja-JP" altLang="en-US" sz="2400" b="0" i="0" u="none" strike="noStrike" cap="none" dirty="0" smtClean="0">
                <a:solidFill>
                  <a:srgbClr val="000000"/>
                </a:solidFill>
                <a:sym typeface="Arial"/>
              </a:rPr>
              <a:t>して、</a:t>
            </a:r>
            <a:r>
              <a:rPr lang="en-US" altLang="ja-JP" sz="2400" b="0" i="0" u="none" strike="noStrike" cap="none" dirty="0" err="1" smtClean="0">
                <a:solidFill>
                  <a:srgbClr val="000000"/>
                </a:solidFill>
                <a:sym typeface="Arial"/>
              </a:rPr>
              <a:t>Cera</a:t>
            </a:r>
            <a:r>
              <a:rPr lang="en-US" altLang="ja-JP" sz="2400" b="0" i="0" u="none" strike="noStrike" cap="none" dirty="0" smtClean="0">
                <a:solidFill>
                  <a:srgbClr val="000000"/>
                </a:solidFill>
                <a:sym typeface="Arial"/>
              </a:rPr>
              <a:t>-</a:t>
            </a:r>
            <a:r>
              <a:rPr lang="ja-JP" altLang="en-US" sz="2400" b="0" i="0" u="none" strike="noStrike" cap="none" dirty="0" smtClean="0">
                <a:solidFill>
                  <a:srgbClr val="000000"/>
                </a:solidFill>
                <a:sym typeface="Arial"/>
              </a:rPr>
              <a:t>ｾﾗ</a:t>
            </a:r>
            <a:r>
              <a:rPr lang="en-US" altLang="ja-JP" sz="2400" b="0" i="0" u="none" strike="noStrike" cap="none" dirty="0" smtClean="0">
                <a:solidFill>
                  <a:srgbClr val="000000"/>
                </a:solidFill>
                <a:sym typeface="Arial"/>
              </a:rPr>
              <a:t>-</a:t>
            </a:r>
            <a:r>
              <a:rPr lang="ja-JP" altLang="en-US" sz="2400" b="0" i="0" u="none" strike="noStrike" cap="none" dirty="0" err="1" smtClean="0">
                <a:solidFill>
                  <a:srgbClr val="000000"/>
                </a:solidFill>
                <a:sym typeface="Arial"/>
              </a:rPr>
              <a:t>さんに</a:t>
            </a:r>
            <a:r>
              <a:rPr lang="ja-JP" altLang="en-US" sz="2400" b="0" i="0" u="none" strike="noStrike" cap="none" dirty="0" smtClean="0">
                <a:solidFill>
                  <a:srgbClr val="000000"/>
                </a:solidFill>
                <a:sym typeface="Arial"/>
              </a:rPr>
              <a:t>提案しようと思っています。</a:t>
            </a:r>
            <a:endParaRPr sz="2400" b="0" i="0" u="none" strike="noStrike" cap="none" dirty="0">
              <a:solidFill>
                <a:srgbClr val="000000"/>
              </a:solidFill>
              <a:sym typeface="Arial"/>
            </a:endParaRPr>
          </a:p>
        </p:txBody>
      </p:sp>
      <p:pic>
        <p:nvPicPr>
          <p:cNvPr id="1026" name="Picture 2" descr="料理動画のイラスト（男性）"/>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6067425" y="1158314"/>
            <a:ext cx="2021071" cy="1813911"/>
          </a:xfrm>
          <a:prstGeom prst="rect">
            <a:avLst/>
          </a:prstGeom>
          <a:noFill/>
          <a:extLst>
            <a:ext uri="{909E8E84-426E-40DD-AFC4-6F175D3DCCD1}">
              <a14:hiddenFill xmlns:a14="http://schemas.microsoft.com/office/drawing/2010/main">
                <a:solidFill>
                  <a:srgbClr val="FFFFFF"/>
                </a:solidFill>
              </a14:hiddenFill>
            </a:ext>
          </a:extLst>
        </p:spPr>
      </p:pic>
      <p:pic>
        <p:nvPicPr>
          <p:cNvPr id="1028" name="Picture 4" descr="https://blogger.googleusercontent.com/img/b/R29vZ2xl/AVvXsEjt_4x_GepwPeGRjl22hiVdWyhOHxyrw7SxQDmruNJqMYS_SfSBxewJTVl2Sas0uNiH75iBtMJ36CV0pUTfLmyxmkbQS6lgzth_2qUh5thLtSduDwgkaeCn29kt1o5crEuZZCN7Lu9d7Is/s800/annai_monitor_apron_man.png"/>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6267992" y="3246120"/>
            <a:ext cx="3444744" cy="3246672"/>
          </a:xfrm>
          <a:prstGeom prst="rect">
            <a:avLst/>
          </a:prstGeom>
          <a:noFill/>
          <a:extLst>
            <a:ext uri="{909E8E84-426E-40DD-AFC4-6F175D3DCCD1}">
              <a14:hiddenFill xmlns:a14="http://schemas.microsoft.com/office/drawing/2010/main">
                <a:solidFill>
                  <a:srgbClr val="FFFFFF"/>
                </a:solidFill>
              </a14:hiddenFill>
            </a:ext>
          </a:extLst>
        </p:spPr>
      </p:pic>
      <p:sp>
        <p:nvSpPr>
          <p:cNvPr id="3" name="テキスト ボックス 2"/>
          <p:cNvSpPr txBox="1"/>
          <p:nvPr/>
        </p:nvSpPr>
        <p:spPr>
          <a:xfrm>
            <a:off x="6797041" y="4409343"/>
            <a:ext cx="1661160" cy="646331"/>
          </a:xfrm>
          <a:prstGeom prst="rect">
            <a:avLst/>
          </a:prstGeom>
          <a:noFill/>
        </p:spPr>
        <p:txBody>
          <a:bodyPr wrap="square" rtlCol="0">
            <a:spAutoFit/>
          </a:bodyPr>
          <a:lstStyle/>
          <a:p>
            <a:r>
              <a:rPr kumimoji="1" lang="ja-JP" altLang="en-US" sz="1800" b="1" dirty="0" smtClean="0">
                <a:solidFill>
                  <a:srgbClr val="FF0000"/>
                </a:solidFill>
              </a:rPr>
              <a:t>レシピ検索</a:t>
            </a:r>
            <a:endParaRPr kumimoji="1" lang="en-US" altLang="ja-JP" sz="1800" b="1" dirty="0" smtClean="0">
              <a:solidFill>
                <a:srgbClr val="FF0000"/>
              </a:solidFill>
            </a:endParaRPr>
          </a:p>
          <a:p>
            <a:r>
              <a:rPr kumimoji="1" lang="ja-JP" altLang="en-US" sz="1800" b="1" dirty="0" smtClean="0">
                <a:solidFill>
                  <a:srgbClr val="FF0000"/>
                </a:solidFill>
              </a:rPr>
              <a:t>システム</a:t>
            </a:r>
            <a:endParaRPr kumimoji="1" lang="ja-JP" altLang="en-US" sz="1800" b="1" dirty="0">
              <a:solidFill>
                <a:srgbClr val="FF0000"/>
              </a:solidFill>
            </a:endParaRPr>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Shape 63"/>
        <p:cNvGrpSpPr/>
        <p:nvPr/>
      </p:nvGrpSpPr>
      <p:grpSpPr>
        <a:xfrm>
          <a:off x="0" y="0"/>
          <a:ext cx="0" cy="0"/>
          <a:chOff x="0" y="0"/>
          <a:chExt cx="0" cy="0"/>
        </a:xfrm>
      </p:grpSpPr>
      <p:sp>
        <p:nvSpPr>
          <p:cNvPr id="64" name="Google Shape;64;p3"/>
          <p:cNvSpPr txBox="1">
            <a:spLocks noGrp="1"/>
          </p:cNvSpPr>
          <p:nvPr>
            <p:ph type="sldNum" idx="12"/>
          </p:nvPr>
        </p:nvSpPr>
        <p:spPr>
          <a:xfrm>
            <a:off x="3838575" y="6492792"/>
            <a:ext cx="2228850" cy="365125"/>
          </a:xfrm>
          <a:prstGeom prst="rect">
            <a:avLst/>
          </a:prstGeom>
          <a:noFill/>
          <a:ln>
            <a:noFill/>
          </a:ln>
        </p:spPr>
        <p:txBody>
          <a:bodyPr spcFirstLastPara="1" wrap="square" lIns="91425" tIns="45700" rIns="91425" bIns="45700" anchor="ctr" anchorCtr="0">
            <a:noAutofit/>
          </a:bodyPr>
          <a:lstStyle/>
          <a:p>
            <a:pPr marL="0" lvl="0" indent="0" algn="ctr" rtl="0">
              <a:lnSpc>
                <a:spcPct val="100000"/>
              </a:lnSpc>
              <a:spcBef>
                <a:spcPts val="0"/>
              </a:spcBef>
              <a:spcAft>
                <a:spcPts val="0"/>
              </a:spcAft>
              <a:buSzPts val="1000"/>
              <a:buNone/>
            </a:pPr>
            <a:fld id="{00000000-1234-1234-1234-123412341234}" type="slidenum">
              <a:rPr lang="en-US" altLang="ja-JP"/>
              <a:t>3</a:t>
            </a:fld>
            <a:endParaRPr/>
          </a:p>
        </p:txBody>
      </p:sp>
      <p:sp>
        <p:nvSpPr>
          <p:cNvPr id="65" name="Google Shape;65;p3"/>
          <p:cNvSpPr txBox="1">
            <a:spLocks noGrp="1"/>
          </p:cNvSpPr>
          <p:nvPr>
            <p:ph type="title"/>
          </p:nvPr>
        </p:nvSpPr>
        <p:spPr>
          <a:xfrm>
            <a:off x="954001" y="127450"/>
            <a:ext cx="7193712" cy="631606"/>
          </a:xfrm>
          <a:prstGeom prst="rect">
            <a:avLst/>
          </a:prstGeom>
          <a:noFill/>
          <a:ln>
            <a:noFill/>
          </a:ln>
        </p:spPr>
        <p:txBody>
          <a:bodyPr spcFirstLastPara="1" wrap="square" lIns="91425" tIns="45700" rIns="91425" bIns="45700" anchor="ctr" anchorCtr="0">
            <a:normAutofit/>
          </a:bodyPr>
          <a:lstStyle/>
          <a:p>
            <a:pPr marL="0" lvl="0" indent="0" algn="l" rtl="0">
              <a:lnSpc>
                <a:spcPct val="90000"/>
              </a:lnSpc>
              <a:spcBef>
                <a:spcPts val="0"/>
              </a:spcBef>
              <a:spcAft>
                <a:spcPts val="0"/>
              </a:spcAft>
              <a:buClr>
                <a:schemeClr val="dk1"/>
              </a:buClr>
              <a:buSzPts val="2800"/>
              <a:buFont typeface="Arial"/>
              <a:buNone/>
            </a:pPr>
            <a:r>
              <a:rPr lang="en-US" altLang="ja-JP" dirty="0" err="1" smtClean="0"/>
              <a:t>Cera</a:t>
            </a:r>
            <a:r>
              <a:rPr lang="en-US" altLang="ja-JP" dirty="0" smtClean="0"/>
              <a:t>-</a:t>
            </a:r>
            <a:r>
              <a:rPr lang="ja-JP" altLang="en-US" dirty="0" smtClean="0"/>
              <a:t>ｾﾗ</a:t>
            </a:r>
            <a:r>
              <a:rPr lang="en-US" altLang="ja-JP" dirty="0" smtClean="0"/>
              <a:t>-</a:t>
            </a:r>
            <a:r>
              <a:rPr lang="ja-JP" dirty="0" err="1" smtClean="0"/>
              <a:t>さん</a:t>
            </a:r>
            <a:r>
              <a:rPr lang="ja-JP" dirty="0"/>
              <a:t>への</a:t>
            </a:r>
            <a:r>
              <a:rPr lang="ja-JP" dirty="0" smtClean="0"/>
              <a:t>ヒアリング</a:t>
            </a:r>
            <a:r>
              <a:rPr lang="ja-JP" altLang="en-US" dirty="0" smtClean="0"/>
              <a:t>内容</a:t>
            </a:r>
            <a:endParaRPr dirty="0"/>
          </a:p>
        </p:txBody>
      </p:sp>
      <p:sp>
        <p:nvSpPr>
          <p:cNvPr id="66" name="Google Shape;66;p3"/>
          <p:cNvSpPr txBox="1"/>
          <p:nvPr/>
        </p:nvSpPr>
        <p:spPr>
          <a:xfrm>
            <a:off x="954001" y="443253"/>
            <a:ext cx="8744181" cy="4342123"/>
          </a:xfrm>
          <a:prstGeom prst="rect">
            <a:avLst/>
          </a:prstGeom>
          <a:noFill/>
          <a:ln>
            <a:noFill/>
          </a:ln>
        </p:spPr>
        <p:txBody>
          <a:bodyPr spcFirstLastPara="1" wrap="square" lIns="0" tIns="0" rIns="0" bIns="0" anchor="ctr" anchorCtr="0">
            <a:noAutofit/>
          </a:bodyPr>
          <a:lstStyle/>
          <a:p>
            <a:pPr marL="0" marR="0" lvl="0" indent="0" rtl="0">
              <a:lnSpc>
                <a:spcPct val="80000"/>
              </a:lnSpc>
              <a:spcBef>
                <a:spcPts val="0"/>
              </a:spcBef>
              <a:spcAft>
                <a:spcPts val="0"/>
              </a:spcAft>
              <a:buClr>
                <a:srgbClr val="B70031"/>
              </a:buClr>
              <a:buSzPts val="1800"/>
              <a:buFont typeface="Noto Sans Symbols"/>
              <a:buNone/>
            </a:pPr>
            <a:r>
              <a:rPr lang="en-US" altLang="ja-JP" sz="1800" dirty="0" err="1" smtClean="0"/>
              <a:t>Cera</a:t>
            </a:r>
            <a:r>
              <a:rPr lang="en-US" altLang="ja-JP" sz="1800" dirty="0" smtClean="0"/>
              <a:t>-</a:t>
            </a:r>
            <a:r>
              <a:rPr lang="ja-JP" altLang="en-US" sz="1800" dirty="0" smtClean="0"/>
              <a:t>ｾﾗ</a:t>
            </a:r>
            <a:r>
              <a:rPr lang="en-US" altLang="ja-JP" sz="1800" dirty="0" smtClean="0"/>
              <a:t>-</a:t>
            </a:r>
            <a:r>
              <a:rPr lang="ja-JP" sz="1800" b="0" i="0" u="none" strike="noStrike" cap="none" dirty="0" err="1" smtClean="0">
                <a:solidFill>
                  <a:srgbClr val="000000"/>
                </a:solidFill>
                <a:latin typeface="Arial"/>
                <a:ea typeface="Arial"/>
                <a:cs typeface="Arial"/>
                <a:sym typeface="Arial"/>
              </a:rPr>
              <a:t>さんが</a:t>
            </a:r>
            <a:r>
              <a:rPr lang="ja-JP" sz="1800" b="0" i="0" u="none" strike="noStrike" cap="none" dirty="0">
                <a:solidFill>
                  <a:srgbClr val="000000"/>
                </a:solidFill>
                <a:latin typeface="Arial"/>
                <a:ea typeface="Arial"/>
                <a:cs typeface="Arial"/>
                <a:sym typeface="Arial"/>
              </a:rPr>
              <a:t>おっしゃるに</a:t>
            </a:r>
            <a:r>
              <a:rPr lang="ja-JP" sz="1800" b="0" i="0" u="none" strike="noStrike" cap="none" dirty="0" smtClean="0">
                <a:solidFill>
                  <a:srgbClr val="000000"/>
                </a:solidFill>
                <a:latin typeface="Arial"/>
                <a:ea typeface="Arial"/>
                <a:cs typeface="Arial"/>
                <a:sym typeface="Arial"/>
              </a:rPr>
              <a:t>は</a:t>
            </a:r>
            <a:r>
              <a:rPr lang="en-US" altLang="ja-JP" sz="1800" dirty="0" smtClean="0"/>
              <a:t>…</a:t>
            </a:r>
          </a:p>
          <a:p>
            <a:pPr marL="0" marR="0" lvl="0" indent="0" rtl="0">
              <a:lnSpc>
                <a:spcPct val="80000"/>
              </a:lnSpc>
              <a:spcBef>
                <a:spcPts val="0"/>
              </a:spcBef>
              <a:spcAft>
                <a:spcPts val="0"/>
              </a:spcAft>
              <a:buClr>
                <a:srgbClr val="B70031"/>
              </a:buClr>
              <a:buSzPts val="1800"/>
              <a:buFont typeface="Noto Sans Symbols"/>
              <a:buNone/>
            </a:pPr>
            <a:endParaRPr lang="en-US" altLang="ja-JP" sz="1800" dirty="0" smtClean="0"/>
          </a:p>
          <a:p>
            <a:pPr marL="0" marR="0" lvl="0" indent="0" rtl="0">
              <a:lnSpc>
                <a:spcPct val="80000"/>
              </a:lnSpc>
              <a:spcBef>
                <a:spcPts val="0"/>
              </a:spcBef>
              <a:spcAft>
                <a:spcPts val="0"/>
              </a:spcAft>
              <a:buClr>
                <a:srgbClr val="B70031"/>
              </a:buClr>
              <a:buSzPts val="1800"/>
              <a:buFont typeface="Noto Sans Symbols"/>
              <a:buNone/>
            </a:pPr>
            <a:r>
              <a:rPr lang="ja-JP" altLang="en-US" sz="1800" dirty="0" smtClean="0"/>
              <a:t>「パソコンのウェブサイトで見ることが</a:t>
            </a:r>
            <a:r>
              <a:rPr lang="ja-JP" altLang="en-US" sz="1800" dirty="0" smtClean="0"/>
              <a:t>できる</a:t>
            </a:r>
            <a:r>
              <a:rPr lang="ja-JP" altLang="en-US" sz="1800" dirty="0"/>
              <a:t>システム</a:t>
            </a:r>
            <a:r>
              <a:rPr lang="ja-JP" altLang="en-US" sz="1800" dirty="0" smtClean="0"/>
              <a:t>を</a:t>
            </a:r>
            <a:r>
              <a:rPr lang="ja-JP" altLang="en-US" sz="1800" dirty="0" smtClean="0"/>
              <a:t>想像しています。</a:t>
            </a:r>
            <a:endParaRPr lang="en-US" altLang="ja-JP" sz="1800" dirty="0"/>
          </a:p>
          <a:p>
            <a:pPr marL="0" marR="0" lvl="0" indent="0" rtl="0">
              <a:lnSpc>
                <a:spcPct val="80000"/>
              </a:lnSpc>
              <a:spcBef>
                <a:spcPts val="0"/>
              </a:spcBef>
              <a:spcAft>
                <a:spcPts val="0"/>
              </a:spcAft>
              <a:buClr>
                <a:srgbClr val="B70031"/>
              </a:buClr>
              <a:buSzPts val="1800"/>
              <a:buFont typeface="Noto Sans Symbols"/>
              <a:buNone/>
            </a:pPr>
            <a:r>
              <a:rPr lang="ja-JP" altLang="en-US" sz="1800" dirty="0" smtClean="0"/>
              <a:t>レシピの検索窓はもちろんほしいんですけど、ジャンル・調理時間で絞り込めるといいですね。あと、家にある食材が少ししかないのに、レシピ検索すると豪華な料理が出てきちゃうなと思ってたんですよ。</a:t>
            </a:r>
            <a:r>
              <a:rPr lang="ja-JP" altLang="en-US" sz="1800" dirty="0" err="1" smtClean="0"/>
              <a:t>なので</a:t>
            </a:r>
            <a:r>
              <a:rPr lang="ja-JP" altLang="en-US" sz="1800" dirty="0" smtClean="0"/>
              <a:t>食材数</a:t>
            </a:r>
            <a:r>
              <a:rPr lang="ja-JP" altLang="en-US" sz="1800" dirty="0" smtClean="0"/>
              <a:t>でも絞れればいいですね。」</a:t>
            </a:r>
            <a:endParaRPr lang="en-US" altLang="ja-JP" sz="1800" dirty="0" smtClean="0"/>
          </a:p>
          <a:p>
            <a:pPr marL="0" marR="0" lvl="0" indent="0" rtl="0">
              <a:lnSpc>
                <a:spcPct val="80000"/>
              </a:lnSpc>
              <a:spcBef>
                <a:spcPts val="0"/>
              </a:spcBef>
              <a:spcAft>
                <a:spcPts val="0"/>
              </a:spcAft>
              <a:buClr>
                <a:srgbClr val="B70031"/>
              </a:buClr>
              <a:buSzPts val="1800"/>
              <a:buFont typeface="Noto Sans Symbols"/>
              <a:buNone/>
            </a:pPr>
            <a:endParaRPr lang="en-US" altLang="ja-JP" sz="1800" dirty="0"/>
          </a:p>
          <a:p>
            <a:pPr marL="0" marR="0" lvl="0" indent="0" rtl="0">
              <a:lnSpc>
                <a:spcPct val="80000"/>
              </a:lnSpc>
              <a:spcBef>
                <a:spcPts val="0"/>
              </a:spcBef>
              <a:spcAft>
                <a:spcPts val="0"/>
              </a:spcAft>
              <a:buClr>
                <a:srgbClr val="B70031"/>
              </a:buClr>
              <a:buSzPts val="1800"/>
              <a:buFont typeface="Noto Sans Symbols"/>
              <a:buNone/>
            </a:pPr>
            <a:r>
              <a:rPr lang="ja-JP" altLang="en-US" sz="1800" dirty="0" smtClean="0"/>
              <a:t>「ネットショップみたいに、お気に入り登録したり口コミが投稿できるといいので、</a:t>
            </a:r>
            <a:endParaRPr lang="en-US" altLang="ja-JP" sz="1800" dirty="0" smtClean="0"/>
          </a:p>
          <a:p>
            <a:pPr marL="0" marR="0" lvl="0" indent="0" rtl="0">
              <a:lnSpc>
                <a:spcPct val="80000"/>
              </a:lnSpc>
              <a:spcBef>
                <a:spcPts val="0"/>
              </a:spcBef>
              <a:spcAft>
                <a:spcPts val="0"/>
              </a:spcAft>
              <a:buClr>
                <a:srgbClr val="B70031"/>
              </a:buClr>
              <a:buSzPts val="1800"/>
              <a:buFont typeface="Noto Sans Symbols"/>
              <a:buNone/>
            </a:pPr>
            <a:r>
              <a:rPr lang="ja-JP" altLang="en-US" sz="1800" dirty="0" smtClean="0"/>
              <a:t>機能としては会員登録とかマイページとかそういうのも欲しいです。」</a:t>
            </a:r>
            <a:endParaRPr lang="en-US" altLang="ja-JP" sz="1800" dirty="0" smtClean="0"/>
          </a:p>
          <a:p>
            <a:pPr marL="0" marR="0" lvl="0" indent="0" rtl="0">
              <a:lnSpc>
                <a:spcPct val="80000"/>
              </a:lnSpc>
              <a:spcBef>
                <a:spcPts val="0"/>
              </a:spcBef>
              <a:spcAft>
                <a:spcPts val="0"/>
              </a:spcAft>
              <a:buClr>
                <a:srgbClr val="B70031"/>
              </a:buClr>
              <a:buSzPts val="1800"/>
              <a:buFont typeface="Noto Sans Symbols"/>
              <a:buNone/>
            </a:pPr>
            <a:endParaRPr lang="en-US" altLang="ja-JP" sz="1800" dirty="0"/>
          </a:p>
          <a:p>
            <a:pPr marL="0" marR="0" lvl="0" indent="0" rtl="0">
              <a:lnSpc>
                <a:spcPct val="80000"/>
              </a:lnSpc>
              <a:spcBef>
                <a:spcPts val="0"/>
              </a:spcBef>
              <a:spcAft>
                <a:spcPts val="0"/>
              </a:spcAft>
              <a:buClr>
                <a:srgbClr val="B70031"/>
              </a:buClr>
              <a:buSzPts val="1800"/>
              <a:buFont typeface="Noto Sans Symbols"/>
              <a:buNone/>
            </a:pPr>
            <a:r>
              <a:rPr lang="ja-JP" altLang="en-US" sz="1800" dirty="0" smtClean="0"/>
              <a:t>「あと、ランキングとかおすすめのレシピがいつでも目につくような場所にあるといいかなあ。邪魔になることもあると思うので、隠したりまた表示させたり自由にできるといいですね。」</a:t>
            </a:r>
            <a:endParaRPr lang="en-US" altLang="ja-JP" sz="1800" dirty="0" smtClean="0"/>
          </a:p>
        </p:txBody>
      </p:sp>
      <p:pic>
        <p:nvPicPr>
          <p:cNvPr id="2050" name="Picture 2" descr="パソコンを使う男性のイラスト"/>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954001" y="4719071"/>
            <a:ext cx="1648229" cy="1656512"/>
          </a:xfrm>
          <a:prstGeom prst="rect">
            <a:avLst/>
          </a:prstGeom>
          <a:noFill/>
          <a:extLst>
            <a:ext uri="{909E8E84-426E-40DD-AFC4-6F175D3DCCD1}">
              <a14:hiddenFill xmlns:a14="http://schemas.microsoft.com/office/drawing/2010/main">
                <a:solidFill>
                  <a:srgbClr val="FFFFFF"/>
                </a:solidFill>
              </a14:hiddenFill>
            </a:ext>
          </a:extLst>
        </p:spPr>
      </p:pic>
      <p:pic>
        <p:nvPicPr>
          <p:cNvPr id="2052" name="Picture 4" descr="食材を茹でている人のイラスト（男性・お玉）"/>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7963477" y="4234397"/>
            <a:ext cx="1557713" cy="2141186"/>
          </a:xfrm>
          <a:prstGeom prst="rect">
            <a:avLst/>
          </a:prstGeom>
          <a:noFill/>
          <a:extLst>
            <a:ext uri="{909E8E84-426E-40DD-AFC4-6F175D3DCCD1}">
              <a14:hiddenFill xmlns:a14="http://schemas.microsoft.com/office/drawing/2010/main">
                <a:solidFill>
                  <a:srgbClr val="FFFFFF"/>
                </a:solidFill>
              </a14:hiddenFill>
            </a:ext>
          </a:extLst>
        </p:spPr>
      </p:pic>
      <p:pic>
        <p:nvPicPr>
          <p:cNvPr id="2054" name="Picture 6" descr="野菜のイラスト「カゴに盛られた野菜」"/>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3063211" y="4315185"/>
            <a:ext cx="1889789" cy="1232142"/>
          </a:xfrm>
          <a:prstGeom prst="rect">
            <a:avLst/>
          </a:prstGeom>
          <a:noFill/>
          <a:extLst>
            <a:ext uri="{909E8E84-426E-40DD-AFC4-6F175D3DCCD1}">
              <a14:hiddenFill xmlns:a14="http://schemas.microsoft.com/office/drawing/2010/main">
                <a:solidFill>
                  <a:srgbClr val="FFFFFF"/>
                </a:solidFill>
              </a14:hiddenFill>
            </a:ext>
          </a:extLst>
        </p:spPr>
      </p:pic>
      <p:pic>
        <p:nvPicPr>
          <p:cNvPr id="2056" name="Picture 8" descr="割引シールの貼られたお肉のイラスト"/>
          <p:cNvPicPr>
            <a:picLocks noChangeAspect="1"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5612707" y="4965657"/>
            <a:ext cx="1868055" cy="1527135"/>
          </a:xfrm>
          <a:prstGeom prst="rect">
            <a:avLst/>
          </a:prstGeom>
          <a:noFill/>
          <a:extLst>
            <a:ext uri="{909E8E84-426E-40DD-AFC4-6F175D3DCCD1}">
              <a14:hiddenFill xmlns:a14="http://schemas.microsoft.com/office/drawing/2010/main">
                <a:solidFill>
                  <a:srgbClr val="FFFFFF"/>
                </a:solidFill>
              </a14:hiddenFill>
            </a:ext>
          </a:extLst>
        </p:spPr>
      </p:pic>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Shape 63"/>
        <p:cNvGrpSpPr/>
        <p:nvPr/>
      </p:nvGrpSpPr>
      <p:grpSpPr>
        <a:xfrm>
          <a:off x="0" y="0"/>
          <a:ext cx="0" cy="0"/>
          <a:chOff x="0" y="0"/>
          <a:chExt cx="0" cy="0"/>
        </a:xfrm>
      </p:grpSpPr>
      <p:sp>
        <p:nvSpPr>
          <p:cNvPr id="64" name="Google Shape;64;p3"/>
          <p:cNvSpPr txBox="1">
            <a:spLocks noGrp="1"/>
          </p:cNvSpPr>
          <p:nvPr>
            <p:ph type="sldNum" idx="12"/>
          </p:nvPr>
        </p:nvSpPr>
        <p:spPr>
          <a:xfrm>
            <a:off x="3838575" y="6492792"/>
            <a:ext cx="2228850" cy="365125"/>
          </a:xfrm>
          <a:prstGeom prst="rect">
            <a:avLst/>
          </a:prstGeom>
          <a:noFill/>
          <a:ln>
            <a:noFill/>
          </a:ln>
        </p:spPr>
        <p:txBody>
          <a:bodyPr spcFirstLastPara="1" wrap="square" lIns="91425" tIns="45700" rIns="91425" bIns="45700" anchor="ctr" anchorCtr="0">
            <a:noAutofit/>
          </a:bodyPr>
          <a:lstStyle/>
          <a:p>
            <a:pPr marL="0" lvl="0" indent="0" algn="ctr" rtl="0">
              <a:lnSpc>
                <a:spcPct val="100000"/>
              </a:lnSpc>
              <a:spcBef>
                <a:spcPts val="0"/>
              </a:spcBef>
              <a:spcAft>
                <a:spcPts val="0"/>
              </a:spcAft>
              <a:buSzPts val="1000"/>
              <a:buNone/>
            </a:pPr>
            <a:fld id="{00000000-1234-1234-1234-123412341234}" type="slidenum">
              <a:rPr lang="en-US" altLang="ja-JP"/>
              <a:t>4</a:t>
            </a:fld>
            <a:endParaRPr/>
          </a:p>
        </p:txBody>
      </p:sp>
      <p:sp>
        <p:nvSpPr>
          <p:cNvPr id="65" name="Google Shape;65;p3"/>
          <p:cNvSpPr txBox="1">
            <a:spLocks noGrp="1"/>
          </p:cNvSpPr>
          <p:nvPr>
            <p:ph type="title"/>
          </p:nvPr>
        </p:nvSpPr>
        <p:spPr>
          <a:xfrm>
            <a:off x="954001" y="127450"/>
            <a:ext cx="7193712" cy="631606"/>
          </a:xfrm>
          <a:prstGeom prst="rect">
            <a:avLst/>
          </a:prstGeom>
          <a:noFill/>
          <a:ln>
            <a:noFill/>
          </a:ln>
        </p:spPr>
        <p:txBody>
          <a:bodyPr spcFirstLastPara="1" wrap="square" lIns="91425" tIns="45700" rIns="91425" bIns="45700" anchor="ctr" anchorCtr="0">
            <a:normAutofit/>
          </a:bodyPr>
          <a:lstStyle/>
          <a:p>
            <a:pPr marL="0" lvl="0" indent="0" algn="l" rtl="0">
              <a:lnSpc>
                <a:spcPct val="90000"/>
              </a:lnSpc>
              <a:spcBef>
                <a:spcPts val="0"/>
              </a:spcBef>
              <a:spcAft>
                <a:spcPts val="0"/>
              </a:spcAft>
              <a:buClr>
                <a:schemeClr val="dk1"/>
              </a:buClr>
              <a:buSzPts val="2800"/>
              <a:buFont typeface="Arial"/>
              <a:buNone/>
            </a:pPr>
            <a:r>
              <a:rPr lang="ja-JP" altLang="en-US" dirty="0" smtClean="0"/>
              <a:t>画面表示</a:t>
            </a:r>
            <a:r>
              <a:rPr lang="ja-JP" altLang="en-US" dirty="0" smtClean="0"/>
              <a:t>内容</a:t>
            </a:r>
            <a:endParaRPr dirty="0"/>
          </a:p>
        </p:txBody>
      </p:sp>
      <p:sp>
        <p:nvSpPr>
          <p:cNvPr id="11" name="正方形/長方形 10"/>
          <p:cNvSpPr/>
          <p:nvPr/>
        </p:nvSpPr>
        <p:spPr>
          <a:xfrm>
            <a:off x="7752836" y="919404"/>
            <a:ext cx="1777244" cy="5389776"/>
          </a:xfrm>
          <a:prstGeom prst="rect">
            <a:avLst/>
          </a:prstGeom>
          <a:no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r>
              <a:rPr lang="ja-JP" altLang="en-US" sz="2000" b="1" dirty="0" smtClean="0">
                <a:solidFill>
                  <a:sysClr val="windowText" lastClr="000000"/>
                </a:solidFill>
              </a:rPr>
              <a:t>ランキング</a:t>
            </a:r>
            <a:endParaRPr lang="en-US" altLang="ja-JP" sz="2000" b="1" dirty="0" smtClean="0">
              <a:solidFill>
                <a:sysClr val="windowText" lastClr="000000"/>
              </a:solidFill>
            </a:endParaRPr>
          </a:p>
          <a:p>
            <a:pPr algn="ctr"/>
            <a:r>
              <a:rPr lang="ja-JP" altLang="en-US" sz="2000" b="1" dirty="0" smtClean="0">
                <a:solidFill>
                  <a:sysClr val="windowText" lastClr="000000"/>
                </a:solidFill>
              </a:rPr>
              <a:t>表示欄</a:t>
            </a:r>
            <a:endParaRPr lang="en-US" altLang="ja-JP" sz="2000" b="1" dirty="0" smtClean="0">
              <a:solidFill>
                <a:sysClr val="windowText" lastClr="000000"/>
              </a:solidFill>
            </a:endParaRPr>
          </a:p>
          <a:p>
            <a:pPr algn="ctr"/>
            <a:endParaRPr lang="en-US" altLang="ja-JP" sz="2000" b="1" dirty="0">
              <a:solidFill>
                <a:sysClr val="windowText" lastClr="000000"/>
              </a:solidFill>
            </a:endParaRPr>
          </a:p>
          <a:p>
            <a:pPr algn="ctr"/>
            <a:endParaRPr lang="en-US" altLang="ja-JP" sz="2000" b="1" dirty="0" smtClean="0">
              <a:solidFill>
                <a:sysClr val="windowText" lastClr="000000"/>
              </a:solidFill>
            </a:endParaRPr>
          </a:p>
          <a:p>
            <a:pPr algn="ctr"/>
            <a:endParaRPr lang="en-US" altLang="ja-JP" sz="2000" b="1" dirty="0">
              <a:solidFill>
                <a:sysClr val="windowText" lastClr="000000"/>
              </a:solidFill>
            </a:endParaRPr>
          </a:p>
          <a:p>
            <a:pPr algn="ctr"/>
            <a:endParaRPr lang="en-US" altLang="ja-JP" sz="2000" b="1" dirty="0" smtClean="0">
              <a:solidFill>
                <a:sysClr val="windowText" lastClr="000000"/>
              </a:solidFill>
            </a:endParaRPr>
          </a:p>
          <a:p>
            <a:pPr algn="ctr"/>
            <a:endParaRPr lang="en-US" altLang="ja-JP" sz="2000" b="1" dirty="0">
              <a:solidFill>
                <a:sysClr val="windowText" lastClr="000000"/>
              </a:solidFill>
            </a:endParaRPr>
          </a:p>
        </p:txBody>
      </p:sp>
      <p:sp>
        <p:nvSpPr>
          <p:cNvPr id="12" name="正方形/長方形 11"/>
          <p:cNvSpPr/>
          <p:nvPr/>
        </p:nvSpPr>
        <p:spPr>
          <a:xfrm>
            <a:off x="3115765" y="919404"/>
            <a:ext cx="2132607" cy="5389776"/>
          </a:xfrm>
          <a:prstGeom prst="rect">
            <a:avLst/>
          </a:prstGeom>
          <a:no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r>
              <a:rPr lang="ja-JP" altLang="en-US" sz="2000" b="1" dirty="0" smtClean="0">
                <a:solidFill>
                  <a:sysClr val="windowText" lastClr="000000"/>
                </a:solidFill>
              </a:rPr>
              <a:t>検索条件欄</a:t>
            </a:r>
            <a:endParaRPr lang="en-US" altLang="ja-JP" sz="2000" b="1" dirty="0">
              <a:solidFill>
                <a:sysClr val="windowText" lastClr="000000"/>
              </a:solidFill>
            </a:endParaRPr>
          </a:p>
          <a:p>
            <a:pPr algn="ctr"/>
            <a:endParaRPr lang="en-US" altLang="ja-JP" dirty="0" smtClean="0">
              <a:solidFill>
                <a:sysClr val="windowText" lastClr="000000"/>
              </a:solidFill>
            </a:endParaRPr>
          </a:p>
          <a:p>
            <a:endParaRPr lang="en-US" altLang="ja-JP" dirty="0">
              <a:solidFill>
                <a:sysClr val="windowText" lastClr="000000"/>
              </a:solidFill>
            </a:endParaRPr>
          </a:p>
          <a:p>
            <a:endParaRPr lang="en-US" altLang="ja-JP" dirty="0" smtClean="0">
              <a:solidFill>
                <a:sysClr val="windowText" lastClr="000000"/>
              </a:solidFill>
            </a:endParaRPr>
          </a:p>
          <a:p>
            <a:endParaRPr lang="en-US" altLang="ja-JP" dirty="0">
              <a:solidFill>
                <a:sysClr val="windowText" lastClr="000000"/>
              </a:solidFill>
            </a:endParaRPr>
          </a:p>
          <a:p>
            <a:r>
              <a:rPr lang="ja-JP" altLang="en-US" dirty="0" smtClean="0">
                <a:solidFill>
                  <a:sysClr val="windowText" lastClr="000000"/>
                </a:solidFill>
              </a:rPr>
              <a:t>　・</a:t>
            </a:r>
            <a:r>
              <a:rPr lang="ja-JP" altLang="en-US" dirty="0">
                <a:solidFill>
                  <a:sysClr val="windowText" lastClr="000000"/>
                </a:solidFill>
              </a:rPr>
              <a:t>フリーワード</a:t>
            </a:r>
            <a:endParaRPr lang="en-US" altLang="ja-JP" dirty="0">
              <a:solidFill>
                <a:sysClr val="windowText" lastClr="000000"/>
              </a:solidFill>
            </a:endParaRPr>
          </a:p>
          <a:p>
            <a:r>
              <a:rPr lang="ja-JP" altLang="en-US" dirty="0" smtClean="0">
                <a:solidFill>
                  <a:sysClr val="windowText" lastClr="000000"/>
                </a:solidFill>
              </a:rPr>
              <a:t>　・</a:t>
            </a:r>
            <a:r>
              <a:rPr lang="ja-JP" altLang="en-US" dirty="0">
                <a:solidFill>
                  <a:sysClr val="windowText" lastClr="000000"/>
                </a:solidFill>
              </a:rPr>
              <a:t>ジャンル</a:t>
            </a:r>
            <a:endParaRPr lang="en-US" altLang="ja-JP" dirty="0">
              <a:solidFill>
                <a:sysClr val="windowText" lastClr="000000"/>
              </a:solidFill>
            </a:endParaRPr>
          </a:p>
          <a:p>
            <a:r>
              <a:rPr lang="ja-JP" altLang="en-US" dirty="0" smtClean="0">
                <a:solidFill>
                  <a:sysClr val="windowText" lastClr="000000"/>
                </a:solidFill>
              </a:rPr>
              <a:t>　・</a:t>
            </a:r>
            <a:r>
              <a:rPr lang="ja-JP" altLang="en-US" dirty="0">
                <a:solidFill>
                  <a:sysClr val="windowText" lastClr="000000"/>
                </a:solidFill>
              </a:rPr>
              <a:t>調理時間</a:t>
            </a:r>
            <a:endParaRPr lang="en-US" altLang="ja-JP" dirty="0">
              <a:solidFill>
                <a:sysClr val="windowText" lastClr="000000"/>
              </a:solidFill>
            </a:endParaRPr>
          </a:p>
          <a:p>
            <a:r>
              <a:rPr lang="ja-JP" altLang="en-US" dirty="0" smtClean="0">
                <a:solidFill>
                  <a:sysClr val="windowText" lastClr="000000"/>
                </a:solidFill>
              </a:rPr>
              <a:t>　・</a:t>
            </a:r>
            <a:r>
              <a:rPr lang="ja-JP" altLang="en-US" dirty="0">
                <a:solidFill>
                  <a:sysClr val="windowText" lastClr="000000"/>
                </a:solidFill>
              </a:rPr>
              <a:t>食材数</a:t>
            </a:r>
            <a:endParaRPr lang="en-US" altLang="ja-JP" dirty="0">
              <a:solidFill>
                <a:sysClr val="windowText" lastClr="000000"/>
              </a:solidFill>
            </a:endParaRPr>
          </a:p>
        </p:txBody>
      </p:sp>
      <p:sp>
        <p:nvSpPr>
          <p:cNvPr id="13" name="正方形/長方形 12"/>
          <p:cNvSpPr/>
          <p:nvPr/>
        </p:nvSpPr>
        <p:spPr>
          <a:xfrm>
            <a:off x="954001" y="919404"/>
            <a:ext cx="1917169" cy="5389776"/>
          </a:xfrm>
          <a:prstGeom prst="rect">
            <a:avLst/>
          </a:prstGeom>
          <a:no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r>
              <a:rPr lang="ja-JP" altLang="en-US" sz="2000" b="1" dirty="0" smtClean="0">
                <a:solidFill>
                  <a:sysClr val="windowText" lastClr="000000"/>
                </a:solidFill>
              </a:rPr>
              <a:t>システム</a:t>
            </a:r>
            <a:endParaRPr lang="en-US" altLang="ja-JP" sz="2000" b="1" dirty="0" smtClean="0">
              <a:solidFill>
                <a:sysClr val="windowText" lastClr="000000"/>
              </a:solidFill>
            </a:endParaRPr>
          </a:p>
          <a:p>
            <a:pPr algn="ctr"/>
            <a:r>
              <a:rPr lang="ja-JP" altLang="en-US" sz="2000" b="1" dirty="0" smtClean="0">
                <a:solidFill>
                  <a:sysClr val="windowText" lastClr="000000"/>
                </a:solidFill>
              </a:rPr>
              <a:t>メニュー欄</a:t>
            </a:r>
            <a:endParaRPr lang="en-US" altLang="ja-JP" sz="2000" b="1" dirty="0">
              <a:solidFill>
                <a:sysClr val="windowText" lastClr="000000"/>
              </a:solidFill>
            </a:endParaRPr>
          </a:p>
          <a:p>
            <a:pPr algn="ctr"/>
            <a:endParaRPr lang="en-US" altLang="ja-JP" dirty="0" smtClean="0">
              <a:solidFill>
                <a:sysClr val="windowText" lastClr="000000"/>
              </a:solidFill>
            </a:endParaRPr>
          </a:p>
          <a:p>
            <a:pPr algn="ctr"/>
            <a:endParaRPr lang="en-US" altLang="ja-JP" dirty="0">
              <a:solidFill>
                <a:sysClr val="windowText" lastClr="000000"/>
              </a:solidFill>
            </a:endParaRPr>
          </a:p>
          <a:p>
            <a:r>
              <a:rPr lang="ja-JP" altLang="en-US" dirty="0" smtClean="0">
                <a:solidFill>
                  <a:sysClr val="windowText" lastClr="000000"/>
                </a:solidFill>
              </a:rPr>
              <a:t>　・システムタイトル</a:t>
            </a:r>
            <a:endParaRPr lang="en-US" altLang="ja-JP" dirty="0" smtClean="0">
              <a:solidFill>
                <a:sysClr val="windowText" lastClr="000000"/>
              </a:solidFill>
            </a:endParaRPr>
          </a:p>
          <a:p>
            <a:r>
              <a:rPr lang="ja-JP" altLang="en-US" dirty="0" smtClean="0">
                <a:solidFill>
                  <a:sysClr val="windowText" lastClr="000000"/>
                </a:solidFill>
              </a:rPr>
              <a:t>　（</a:t>
            </a:r>
            <a:r>
              <a:rPr lang="en-US" altLang="ja-JP" dirty="0" err="1" smtClean="0">
                <a:solidFill>
                  <a:sysClr val="windowText" lastClr="000000"/>
                </a:solidFill>
              </a:rPr>
              <a:t>Cera’s</a:t>
            </a:r>
            <a:r>
              <a:rPr lang="en-US" altLang="ja-JP" dirty="0" smtClean="0">
                <a:solidFill>
                  <a:sysClr val="windowText" lastClr="000000"/>
                </a:solidFill>
              </a:rPr>
              <a:t> Kitchen</a:t>
            </a:r>
          </a:p>
          <a:p>
            <a:r>
              <a:rPr lang="ja-JP" altLang="en-US" dirty="0">
                <a:solidFill>
                  <a:sysClr val="windowText" lastClr="000000"/>
                </a:solidFill>
              </a:rPr>
              <a:t>　</a:t>
            </a:r>
            <a:r>
              <a:rPr lang="ja-JP" altLang="en-US" dirty="0" smtClean="0">
                <a:solidFill>
                  <a:sysClr val="windowText" lastClr="000000"/>
                </a:solidFill>
              </a:rPr>
              <a:t>　</a:t>
            </a:r>
            <a:r>
              <a:rPr lang="en-US" altLang="ja-JP" dirty="0" smtClean="0">
                <a:solidFill>
                  <a:sysClr val="windowText" lastClr="000000"/>
                </a:solidFill>
              </a:rPr>
              <a:t>-</a:t>
            </a:r>
            <a:r>
              <a:rPr lang="ja-JP" altLang="en-US" dirty="0" smtClean="0">
                <a:solidFill>
                  <a:sysClr val="windowText" lastClr="000000"/>
                </a:solidFill>
              </a:rPr>
              <a:t>セラズキッチン</a:t>
            </a:r>
            <a:r>
              <a:rPr lang="en-US" altLang="ja-JP" dirty="0" smtClean="0">
                <a:solidFill>
                  <a:sysClr val="windowText" lastClr="000000"/>
                </a:solidFill>
              </a:rPr>
              <a:t>-</a:t>
            </a:r>
            <a:r>
              <a:rPr lang="ja-JP" altLang="en-US" dirty="0" smtClean="0">
                <a:solidFill>
                  <a:sysClr val="windowText" lastClr="000000"/>
                </a:solidFill>
              </a:rPr>
              <a:t>）</a:t>
            </a:r>
            <a:endParaRPr lang="en-US" altLang="ja-JP" dirty="0" smtClean="0">
              <a:solidFill>
                <a:sysClr val="windowText" lastClr="000000"/>
              </a:solidFill>
            </a:endParaRPr>
          </a:p>
          <a:p>
            <a:r>
              <a:rPr lang="ja-JP" altLang="en-US" dirty="0" smtClean="0">
                <a:solidFill>
                  <a:sysClr val="windowText" lastClr="000000"/>
                </a:solidFill>
              </a:rPr>
              <a:t>　・</a:t>
            </a:r>
            <a:r>
              <a:rPr lang="ja-JP" altLang="en-US" dirty="0">
                <a:solidFill>
                  <a:sysClr val="windowText" lastClr="000000"/>
                </a:solidFill>
              </a:rPr>
              <a:t>ホーム</a:t>
            </a:r>
            <a:endParaRPr lang="en-US" altLang="ja-JP" dirty="0">
              <a:solidFill>
                <a:sysClr val="windowText" lastClr="000000"/>
              </a:solidFill>
            </a:endParaRPr>
          </a:p>
          <a:p>
            <a:r>
              <a:rPr lang="ja-JP" altLang="en-US" dirty="0" smtClean="0">
                <a:solidFill>
                  <a:sysClr val="windowText" lastClr="000000"/>
                </a:solidFill>
              </a:rPr>
              <a:t>　・</a:t>
            </a:r>
            <a:r>
              <a:rPr lang="ja-JP" altLang="en-US" dirty="0">
                <a:solidFill>
                  <a:sysClr val="windowText" lastClr="000000"/>
                </a:solidFill>
              </a:rPr>
              <a:t>マイページ</a:t>
            </a:r>
            <a:endParaRPr lang="en-US" altLang="ja-JP" dirty="0">
              <a:solidFill>
                <a:sysClr val="windowText" lastClr="000000"/>
              </a:solidFill>
            </a:endParaRPr>
          </a:p>
          <a:p>
            <a:r>
              <a:rPr lang="ja-JP" altLang="en-US" dirty="0" smtClean="0">
                <a:solidFill>
                  <a:sysClr val="windowText" lastClr="000000"/>
                </a:solidFill>
              </a:rPr>
              <a:t>　・</a:t>
            </a:r>
            <a:r>
              <a:rPr lang="ja-JP" altLang="en-US" dirty="0">
                <a:solidFill>
                  <a:sysClr val="windowText" lastClr="000000"/>
                </a:solidFill>
              </a:rPr>
              <a:t>ログアウト</a:t>
            </a:r>
            <a:endParaRPr lang="en-US" altLang="ja-JP" dirty="0">
              <a:solidFill>
                <a:sysClr val="windowText" lastClr="000000"/>
              </a:solidFill>
            </a:endParaRPr>
          </a:p>
          <a:p>
            <a:pPr algn="ctr"/>
            <a:endParaRPr lang="en-US" altLang="ja-JP" dirty="0">
              <a:solidFill>
                <a:sysClr val="windowText" lastClr="000000"/>
              </a:solidFill>
            </a:endParaRPr>
          </a:p>
        </p:txBody>
      </p:sp>
      <p:sp>
        <p:nvSpPr>
          <p:cNvPr id="14" name="正方形/長方形 13"/>
          <p:cNvSpPr/>
          <p:nvPr/>
        </p:nvSpPr>
        <p:spPr>
          <a:xfrm>
            <a:off x="5492968" y="919404"/>
            <a:ext cx="2015272" cy="5389776"/>
          </a:xfrm>
          <a:prstGeom prst="rect">
            <a:avLst/>
          </a:prstGeom>
          <a:no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r>
              <a:rPr lang="ja-JP" altLang="en-US" sz="2000" b="1" dirty="0">
                <a:solidFill>
                  <a:sysClr val="windowText" lastClr="000000"/>
                </a:solidFill>
              </a:rPr>
              <a:t>検索</a:t>
            </a:r>
            <a:r>
              <a:rPr lang="ja-JP" altLang="en-US" sz="2000" b="1" dirty="0" smtClean="0">
                <a:solidFill>
                  <a:sysClr val="windowText" lastClr="000000"/>
                </a:solidFill>
              </a:rPr>
              <a:t>結果表示欄</a:t>
            </a:r>
            <a:endParaRPr lang="en-US" altLang="ja-JP" sz="2000" b="1" dirty="0" smtClean="0">
              <a:solidFill>
                <a:sysClr val="windowText" lastClr="000000"/>
              </a:solidFill>
            </a:endParaRPr>
          </a:p>
          <a:p>
            <a:pPr algn="ctr"/>
            <a:endParaRPr lang="en-US" altLang="ja-JP" sz="2000" b="1" dirty="0">
              <a:solidFill>
                <a:sysClr val="windowText" lastClr="000000"/>
              </a:solidFill>
            </a:endParaRPr>
          </a:p>
          <a:p>
            <a:pPr algn="ctr"/>
            <a:endParaRPr lang="en-US" altLang="ja-JP" sz="2000" b="1" dirty="0" smtClean="0">
              <a:solidFill>
                <a:sysClr val="windowText" lastClr="000000"/>
              </a:solidFill>
            </a:endParaRPr>
          </a:p>
          <a:p>
            <a:pPr algn="ctr"/>
            <a:endParaRPr lang="en-US" altLang="ja-JP" sz="2000" b="1" dirty="0">
              <a:solidFill>
                <a:sysClr val="windowText" lastClr="000000"/>
              </a:solidFill>
            </a:endParaRPr>
          </a:p>
          <a:p>
            <a:pPr algn="ctr"/>
            <a:endParaRPr lang="en-US" altLang="ja-JP" sz="2000" b="1" dirty="0" smtClean="0">
              <a:solidFill>
                <a:sysClr val="windowText" lastClr="000000"/>
              </a:solidFill>
            </a:endParaRPr>
          </a:p>
          <a:p>
            <a:pPr algn="ctr"/>
            <a:endParaRPr lang="en-US" altLang="ja-JP" sz="2000" b="1" dirty="0">
              <a:solidFill>
                <a:sysClr val="windowText" lastClr="000000"/>
              </a:solidFill>
            </a:endParaRPr>
          </a:p>
          <a:p>
            <a:pPr algn="ctr"/>
            <a:endParaRPr lang="en-US" altLang="ja-JP" sz="2000" b="1" dirty="0">
              <a:solidFill>
                <a:sysClr val="windowText" lastClr="000000"/>
              </a:solidFill>
            </a:endParaRPr>
          </a:p>
        </p:txBody>
      </p:sp>
    </p:spTree>
    <p:extLst>
      <p:ext uri="{BB962C8B-B14F-4D97-AF65-F5344CB8AC3E}">
        <p14:creationId xmlns:p14="http://schemas.microsoft.com/office/powerpoint/2010/main" val="621423502"/>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Shape 137"/>
        <p:cNvGrpSpPr/>
        <p:nvPr/>
      </p:nvGrpSpPr>
      <p:grpSpPr>
        <a:xfrm>
          <a:off x="0" y="0"/>
          <a:ext cx="0" cy="0"/>
          <a:chOff x="0" y="0"/>
          <a:chExt cx="0" cy="0"/>
        </a:xfrm>
      </p:grpSpPr>
      <p:sp>
        <p:nvSpPr>
          <p:cNvPr id="138" name="Google Shape;138;p7"/>
          <p:cNvSpPr txBox="1">
            <a:spLocks noGrp="1"/>
          </p:cNvSpPr>
          <p:nvPr>
            <p:ph type="sldNum" idx="12"/>
          </p:nvPr>
        </p:nvSpPr>
        <p:spPr>
          <a:xfrm>
            <a:off x="3838575" y="6492792"/>
            <a:ext cx="2228850" cy="365125"/>
          </a:xfrm>
          <a:prstGeom prst="rect">
            <a:avLst/>
          </a:prstGeom>
          <a:noFill/>
          <a:ln>
            <a:noFill/>
          </a:ln>
        </p:spPr>
        <p:txBody>
          <a:bodyPr spcFirstLastPara="1" wrap="square" lIns="91425" tIns="45700" rIns="91425" bIns="45700" anchor="ctr" anchorCtr="0">
            <a:noAutofit/>
          </a:bodyPr>
          <a:lstStyle/>
          <a:p>
            <a:pPr marL="0" lvl="0" indent="0" algn="ctr" rtl="0">
              <a:lnSpc>
                <a:spcPct val="100000"/>
              </a:lnSpc>
              <a:spcBef>
                <a:spcPts val="0"/>
              </a:spcBef>
              <a:spcAft>
                <a:spcPts val="0"/>
              </a:spcAft>
              <a:buSzPts val="1000"/>
              <a:buNone/>
            </a:pPr>
            <a:fld id="{00000000-1234-1234-1234-123412341234}" type="slidenum">
              <a:rPr lang="en-US" altLang="ja-JP"/>
              <a:t>5</a:t>
            </a:fld>
            <a:endParaRPr/>
          </a:p>
        </p:txBody>
      </p:sp>
      <p:sp>
        <p:nvSpPr>
          <p:cNvPr id="139" name="Google Shape;139;p7"/>
          <p:cNvSpPr txBox="1">
            <a:spLocks noGrp="1"/>
          </p:cNvSpPr>
          <p:nvPr>
            <p:ph type="title"/>
          </p:nvPr>
        </p:nvSpPr>
        <p:spPr>
          <a:xfrm>
            <a:off x="954001" y="127450"/>
            <a:ext cx="7193712" cy="631606"/>
          </a:xfrm>
          <a:prstGeom prst="rect">
            <a:avLst/>
          </a:prstGeom>
          <a:noFill/>
          <a:ln>
            <a:noFill/>
          </a:ln>
        </p:spPr>
        <p:txBody>
          <a:bodyPr spcFirstLastPara="1" wrap="square" lIns="91425" tIns="45700" rIns="91425" bIns="45700" anchor="ctr" anchorCtr="0">
            <a:normAutofit/>
          </a:bodyPr>
          <a:lstStyle/>
          <a:p>
            <a:pPr marL="0" lvl="0" indent="0" algn="l" rtl="0">
              <a:lnSpc>
                <a:spcPct val="90000"/>
              </a:lnSpc>
              <a:spcBef>
                <a:spcPts val="0"/>
              </a:spcBef>
              <a:spcAft>
                <a:spcPts val="0"/>
              </a:spcAft>
              <a:buClr>
                <a:schemeClr val="dk1"/>
              </a:buClr>
              <a:buSzPts val="2800"/>
              <a:buFont typeface="Arial"/>
              <a:buNone/>
            </a:pPr>
            <a:r>
              <a:rPr lang="ja-JP" altLang="en-US" dirty="0"/>
              <a:t>画面レイアウト</a:t>
            </a:r>
            <a:r>
              <a:rPr lang="ja-JP" altLang="en-US" dirty="0" smtClean="0"/>
              <a:t>作成ゲーム概要</a:t>
            </a:r>
            <a:endParaRPr dirty="0"/>
          </a:p>
        </p:txBody>
      </p:sp>
      <p:sp>
        <p:nvSpPr>
          <p:cNvPr id="140" name="Google Shape;140;p7"/>
          <p:cNvSpPr txBox="1"/>
          <p:nvPr/>
        </p:nvSpPr>
        <p:spPr>
          <a:xfrm>
            <a:off x="953999" y="963406"/>
            <a:ext cx="8420700" cy="437222"/>
          </a:xfrm>
          <a:prstGeom prst="rect">
            <a:avLst/>
          </a:prstGeom>
          <a:noFill/>
          <a:ln>
            <a:noFill/>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Clr>
                <a:srgbClr val="000000"/>
              </a:buClr>
              <a:buSzPts val="1800"/>
              <a:buFont typeface="Arial"/>
              <a:buNone/>
            </a:pPr>
            <a:r>
              <a:rPr lang="ja-JP" sz="2400" b="1" i="0" u="none" strike="noStrike" cap="none" dirty="0">
                <a:solidFill>
                  <a:schemeClr val="dk1"/>
                </a:solidFill>
                <a:latin typeface="Arial"/>
                <a:ea typeface="Arial"/>
                <a:cs typeface="Arial"/>
                <a:sym typeface="Arial"/>
              </a:rPr>
              <a:t>問題</a:t>
            </a:r>
            <a:r>
              <a:rPr lang="ja-JP" sz="2400" b="1" i="0" u="none" strike="noStrike" cap="none" dirty="0" smtClean="0">
                <a:solidFill>
                  <a:schemeClr val="dk1"/>
                </a:solidFill>
                <a:latin typeface="Arial"/>
                <a:ea typeface="Arial"/>
                <a:cs typeface="Arial"/>
                <a:sym typeface="Arial"/>
              </a:rPr>
              <a:t>：</a:t>
            </a:r>
            <a:r>
              <a:rPr lang="ja-JP" altLang="en-US" sz="2400" b="1" i="0" u="none" strike="noStrike" cap="none" dirty="0" smtClean="0">
                <a:solidFill>
                  <a:schemeClr val="dk1"/>
                </a:solidFill>
                <a:latin typeface="Arial"/>
                <a:ea typeface="Arial"/>
                <a:cs typeface="Arial"/>
                <a:sym typeface="Arial"/>
              </a:rPr>
              <a:t>ユーザーが使いやすい画面レイアウト</a:t>
            </a:r>
            <a:r>
              <a:rPr lang="ja-JP" sz="2400" b="1" i="0" u="none" strike="noStrike" cap="none" dirty="0" smtClean="0">
                <a:solidFill>
                  <a:schemeClr val="dk1"/>
                </a:solidFill>
                <a:latin typeface="Arial"/>
                <a:ea typeface="Arial"/>
                <a:cs typeface="Arial"/>
                <a:sym typeface="Arial"/>
              </a:rPr>
              <a:t>を考え</a:t>
            </a:r>
            <a:r>
              <a:rPr lang="ja-JP" altLang="en-US" sz="2400" b="1" i="0" u="none" strike="noStrike" cap="none" dirty="0" smtClean="0">
                <a:solidFill>
                  <a:schemeClr val="dk1"/>
                </a:solidFill>
                <a:latin typeface="Arial"/>
                <a:ea typeface="Arial"/>
                <a:cs typeface="Arial"/>
                <a:sym typeface="Arial"/>
              </a:rPr>
              <a:t>よう！</a:t>
            </a:r>
            <a:endParaRPr sz="2400" b="1" i="0" u="none" strike="noStrike" cap="none" dirty="0">
              <a:solidFill>
                <a:schemeClr val="dk1"/>
              </a:solidFill>
              <a:latin typeface="Arial"/>
              <a:ea typeface="Arial"/>
              <a:cs typeface="Arial"/>
              <a:sym typeface="Arial"/>
            </a:endParaRPr>
          </a:p>
        </p:txBody>
      </p:sp>
      <p:sp>
        <p:nvSpPr>
          <p:cNvPr id="142" name="Google Shape;142;p7"/>
          <p:cNvSpPr txBox="1"/>
          <p:nvPr/>
        </p:nvSpPr>
        <p:spPr>
          <a:xfrm>
            <a:off x="953999" y="1708035"/>
            <a:ext cx="8420700" cy="1526029"/>
          </a:xfrm>
          <a:prstGeom prst="rect">
            <a:avLst/>
          </a:prstGeom>
          <a:noFill/>
          <a:ln w="9525" cap="flat" cmpd="sng">
            <a:solidFill>
              <a:srgbClr val="7F7F7F"/>
            </a:solidFill>
            <a:prstDash val="solid"/>
            <a:round/>
            <a:headEnd type="none" w="sm" len="sm"/>
            <a:tailEnd type="none" w="sm" len="sm"/>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Clr>
                <a:srgbClr val="000000"/>
              </a:buClr>
              <a:buSzPts val="1400"/>
              <a:buFont typeface="Arial"/>
              <a:buNone/>
            </a:pPr>
            <a:r>
              <a:rPr lang="ja-JP" sz="2000" b="1" i="0" u="sng" strike="noStrike" cap="none" dirty="0">
                <a:solidFill>
                  <a:schemeClr val="dk1"/>
                </a:solidFill>
                <a:latin typeface="Arial"/>
                <a:ea typeface="Arial"/>
                <a:cs typeface="Arial"/>
                <a:sym typeface="Arial"/>
              </a:rPr>
              <a:t>ルール</a:t>
            </a:r>
            <a:endParaRPr b="1" i="0" u="sng" strike="noStrike" cap="none" dirty="0">
              <a:solidFill>
                <a:schemeClr val="dk1"/>
              </a:solidFill>
              <a:latin typeface="Arial"/>
              <a:ea typeface="Arial"/>
              <a:cs typeface="Arial"/>
              <a:sym typeface="Arial"/>
            </a:endParaRPr>
          </a:p>
          <a:p>
            <a:pPr marL="0" marR="0" lvl="0" indent="0" algn="l" rtl="0">
              <a:lnSpc>
                <a:spcPct val="100000"/>
              </a:lnSpc>
              <a:spcBef>
                <a:spcPts val="0"/>
              </a:spcBef>
              <a:spcAft>
                <a:spcPts val="0"/>
              </a:spcAft>
              <a:buClr>
                <a:srgbClr val="000000"/>
              </a:buClr>
              <a:buSzPts val="1400"/>
              <a:buFont typeface="Arial"/>
              <a:buNone/>
            </a:pPr>
            <a:endParaRPr lang="en-US" altLang="ja-JP" sz="1100" b="1" dirty="0" smtClean="0">
              <a:solidFill>
                <a:schemeClr val="dk1"/>
              </a:solidFill>
            </a:endParaRPr>
          </a:p>
          <a:p>
            <a:pPr marL="0" marR="0" lvl="0" indent="0" algn="l" rtl="0">
              <a:lnSpc>
                <a:spcPct val="100000"/>
              </a:lnSpc>
              <a:spcBef>
                <a:spcPts val="0"/>
              </a:spcBef>
              <a:spcAft>
                <a:spcPts val="0"/>
              </a:spcAft>
              <a:buClr>
                <a:srgbClr val="000000"/>
              </a:buClr>
              <a:buSzPts val="1400"/>
              <a:buFont typeface="Arial"/>
              <a:buNone/>
            </a:pPr>
            <a:r>
              <a:rPr lang="ja-JP" altLang="en-US" b="1" dirty="0" smtClean="0">
                <a:solidFill>
                  <a:schemeClr val="dk1"/>
                </a:solidFill>
              </a:rPr>
              <a:t>・</a:t>
            </a:r>
            <a:r>
              <a:rPr lang="ja-JP" altLang="en-US" b="1" dirty="0" smtClean="0">
                <a:solidFill>
                  <a:schemeClr val="dk1"/>
                </a:solidFill>
              </a:rPr>
              <a:t>グループ内で相談しながら画面レイアウト（配置、ボタン、文字、色、画像）考え、</a:t>
            </a:r>
            <a:endParaRPr lang="en-US" altLang="ja-JP" b="1" dirty="0" smtClean="0">
              <a:solidFill>
                <a:schemeClr val="dk1"/>
              </a:solidFill>
            </a:endParaRPr>
          </a:p>
          <a:p>
            <a:pPr marL="0" marR="0" lvl="0" indent="0" algn="l" rtl="0">
              <a:lnSpc>
                <a:spcPct val="100000"/>
              </a:lnSpc>
              <a:spcBef>
                <a:spcPts val="0"/>
              </a:spcBef>
              <a:spcAft>
                <a:spcPts val="0"/>
              </a:spcAft>
              <a:buClr>
                <a:srgbClr val="000000"/>
              </a:buClr>
              <a:buSzPts val="1400"/>
              <a:buFont typeface="Arial"/>
              <a:buNone/>
            </a:pPr>
            <a:r>
              <a:rPr lang="ja-JP" altLang="en-US" b="1" dirty="0">
                <a:solidFill>
                  <a:schemeClr val="dk1"/>
                </a:solidFill>
              </a:rPr>
              <a:t>　</a:t>
            </a:r>
            <a:r>
              <a:rPr lang="en-US" altLang="ja-JP" b="1" dirty="0" smtClean="0">
                <a:solidFill>
                  <a:schemeClr val="dk1"/>
                </a:solidFill>
              </a:rPr>
              <a:t>1</a:t>
            </a:r>
            <a:r>
              <a:rPr lang="ja-JP" altLang="en-US" b="1" dirty="0" smtClean="0">
                <a:solidFill>
                  <a:schemeClr val="dk1"/>
                </a:solidFill>
              </a:rPr>
              <a:t>枚のスライドで表現してください</a:t>
            </a:r>
            <a:r>
              <a:rPr lang="ja-JP" altLang="en-US" b="1" dirty="0" smtClean="0">
                <a:solidFill>
                  <a:schemeClr val="dk1"/>
                </a:solidFill>
              </a:rPr>
              <a:t>。</a:t>
            </a:r>
            <a:endParaRPr lang="en-US" altLang="ja-JP" b="1" dirty="0" smtClean="0">
              <a:solidFill>
                <a:schemeClr val="dk1"/>
              </a:solidFill>
            </a:endParaRPr>
          </a:p>
          <a:p>
            <a:pPr marL="0" marR="0" lvl="0" indent="0" algn="l" rtl="0">
              <a:lnSpc>
                <a:spcPct val="100000"/>
              </a:lnSpc>
              <a:spcBef>
                <a:spcPts val="0"/>
              </a:spcBef>
              <a:spcAft>
                <a:spcPts val="0"/>
              </a:spcAft>
              <a:buClr>
                <a:srgbClr val="000000"/>
              </a:buClr>
              <a:buSzPts val="1400"/>
              <a:buFont typeface="Arial"/>
              <a:buNone/>
            </a:pPr>
            <a:r>
              <a:rPr lang="ja-JP" altLang="en-US" b="1" dirty="0" smtClean="0">
                <a:solidFill>
                  <a:schemeClr val="dk1"/>
                </a:solidFill>
              </a:rPr>
              <a:t>・答えはありませんので、自由にユーザーの使いやすい画面を作成しましょう。</a:t>
            </a:r>
            <a:endParaRPr lang="en-US" altLang="ja-JP" b="1" dirty="0" smtClean="0">
              <a:solidFill>
                <a:schemeClr val="dk1"/>
              </a:solidFill>
            </a:endParaRPr>
          </a:p>
          <a:p>
            <a:pPr marL="0" marR="0" lvl="0" indent="0" algn="l" rtl="0">
              <a:lnSpc>
                <a:spcPct val="100000"/>
              </a:lnSpc>
              <a:spcBef>
                <a:spcPts val="0"/>
              </a:spcBef>
              <a:spcAft>
                <a:spcPts val="0"/>
              </a:spcAft>
              <a:buClr>
                <a:srgbClr val="000000"/>
              </a:buClr>
              <a:buSzPts val="1400"/>
              <a:buFont typeface="Arial"/>
              <a:buNone/>
            </a:pPr>
            <a:r>
              <a:rPr lang="ja-JP" altLang="en-US" b="1" dirty="0" smtClean="0">
                <a:solidFill>
                  <a:schemeClr val="dk1"/>
                </a:solidFill>
              </a:rPr>
              <a:t>・最後にグループごと</a:t>
            </a:r>
            <a:r>
              <a:rPr lang="ja-JP" altLang="en-US" b="1" dirty="0" smtClean="0">
                <a:solidFill>
                  <a:schemeClr val="dk1"/>
                </a:solidFill>
              </a:rPr>
              <a:t>に</a:t>
            </a:r>
            <a:r>
              <a:rPr lang="ja-JP" altLang="en-US" b="1" dirty="0" smtClean="0">
                <a:solidFill>
                  <a:schemeClr val="dk1"/>
                </a:solidFill>
              </a:rPr>
              <a:t>代表者に</a:t>
            </a:r>
            <a:r>
              <a:rPr lang="ja-JP" altLang="en-US" b="1" dirty="0" smtClean="0">
                <a:solidFill>
                  <a:schemeClr val="dk1"/>
                </a:solidFill>
              </a:rPr>
              <a:t>発表</a:t>
            </a:r>
            <a:r>
              <a:rPr lang="ja-JP" altLang="en-US" b="1" dirty="0" smtClean="0">
                <a:solidFill>
                  <a:schemeClr val="dk1"/>
                </a:solidFill>
              </a:rPr>
              <a:t>していただ</a:t>
            </a:r>
            <a:r>
              <a:rPr lang="ja-JP" altLang="en-US" b="1" dirty="0">
                <a:solidFill>
                  <a:schemeClr val="dk1"/>
                </a:solidFill>
              </a:rPr>
              <a:t>き</a:t>
            </a:r>
            <a:r>
              <a:rPr lang="ja-JP" altLang="en-US" b="1" dirty="0" smtClean="0">
                <a:solidFill>
                  <a:schemeClr val="dk1"/>
                </a:solidFill>
              </a:rPr>
              <a:t>ます。</a:t>
            </a:r>
            <a:r>
              <a:rPr lang="ja-JP" altLang="en-US" b="1" dirty="0">
                <a:solidFill>
                  <a:schemeClr val="dk1"/>
                </a:solidFill>
              </a:rPr>
              <a:t>発表</a:t>
            </a:r>
            <a:r>
              <a:rPr lang="ja-JP" altLang="en-US" b="1" dirty="0" smtClean="0">
                <a:solidFill>
                  <a:schemeClr val="dk1"/>
                </a:solidFill>
              </a:rPr>
              <a:t>時間は</a:t>
            </a:r>
            <a:r>
              <a:rPr lang="en-US" altLang="ja-JP" b="1" dirty="0" smtClean="0">
                <a:solidFill>
                  <a:schemeClr val="dk1"/>
                </a:solidFill>
              </a:rPr>
              <a:t>1</a:t>
            </a:r>
            <a:r>
              <a:rPr lang="ja-JP" altLang="en-US" b="1" dirty="0" smtClean="0">
                <a:solidFill>
                  <a:schemeClr val="dk1"/>
                </a:solidFill>
              </a:rPr>
              <a:t>グループ</a:t>
            </a:r>
            <a:r>
              <a:rPr lang="en-US" altLang="ja-JP" b="1" dirty="0" smtClean="0">
                <a:solidFill>
                  <a:schemeClr val="dk1"/>
                </a:solidFill>
              </a:rPr>
              <a:t>5</a:t>
            </a:r>
            <a:r>
              <a:rPr lang="ja-JP" altLang="en-US" b="1" dirty="0" smtClean="0">
                <a:solidFill>
                  <a:schemeClr val="dk1"/>
                </a:solidFill>
              </a:rPr>
              <a:t>分です</a:t>
            </a:r>
            <a:r>
              <a:rPr lang="ja-JP" altLang="en-US" b="1" dirty="0" smtClean="0">
                <a:solidFill>
                  <a:schemeClr val="dk1"/>
                </a:solidFill>
              </a:rPr>
              <a:t>。</a:t>
            </a:r>
            <a:endParaRPr lang="en-US" altLang="ja-JP" b="1" dirty="0" smtClean="0">
              <a:solidFill>
                <a:schemeClr val="dk1"/>
              </a:solidFill>
            </a:endParaRPr>
          </a:p>
          <a:p>
            <a:pPr marL="0" marR="0" lvl="0" indent="0" algn="l" rtl="0">
              <a:lnSpc>
                <a:spcPct val="100000"/>
              </a:lnSpc>
              <a:spcBef>
                <a:spcPts val="0"/>
              </a:spcBef>
              <a:spcAft>
                <a:spcPts val="0"/>
              </a:spcAft>
              <a:buClr>
                <a:srgbClr val="000000"/>
              </a:buClr>
              <a:buSzPts val="1400"/>
              <a:buFont typeface="Arial"/>
              <a:buNone/>
            </a:pPr>
            <a:endParaRPr lang="en-US" altLang="ja-JP" sz="1600" b="1" i="0" u="none" strike="noStrike" cap="none" dirty="0">
              <a:solidFill>
                <a:schemeClr val="dk1"/>
              </a:solidFill>
              <a:latin typeface="Arial"/>
              <a:ea typeface="Arial"/>
              <a:cs typeface="Arial"/>
              <a:sym typeface="Arial"/>
            </a:endParaRPr>
          </a:p>
        </p:txBody>
      </p:sp>
      <p:sp>
        <p:nvSpPr>
          <p:cNvPr id="143" name="Google Shape;143;p7"/>
          <p:cNvSpPr txBox="1"/>
          <p:nvPr/>
        </p:nvSpPr>
        <p:spPr>
          <a:xfrm>
            <a:off x="953999" y="4715690"/>
            <a:ext cx="8420700" cy="1513037"/>
          </a:xfrm>
          <a:prstGeom prst="rect">
            <a:avLst/>
          </a:prstGeom>
          <a:noFill/>
          <a:ln w="9525" cap="flat" cmpd="sng">
            <a:solidFill>
              <a:srgbClr val="7F7F7F"/>
            </a:solidFill>
            <a:prstDash val="solid"/>
            <a:round/>
            <a:headEnd type="none" w="sm" len="sm"/>
            <a:tailEnd type="none" w="sm" len="sm"/>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Clr>
                <a:srgbClr val="000000"/>
              </a:buClr>
              <a:buSzPts val="1400"/>
              <a:buFont typeface="Arial"/>
              <a:buNone/>
            </a:pPr>
            <a:r>
              <a:rPr lang="ja-JP" sz="2000" b="1" i="0" u="sng" strike="noStrike" cap="none" dirty="0">
                <a:solidFill>
                  <a:schemeClr val="dk1"/>
                </a:solidFill>
                <a:latin typeface="Arial"/>
                <a:ea typeface="Arial"/>
                <a:cs typeface="Arial"/>
                <a:sym typeface="Arial"/>
              </a:rPr>
              <a:t>今回のワーク</a:t>
            </a:r>
            <a:r>
              <a:rPr lang="ja-JP" sz="2000" b="1" i="0" u="sng" strike="noStrike" cap="none" dirty="0" smtClean="0">
                <a:solidFill>
                  <a:schemeClr val="dk1"/>
                </a:solidFill>
                <a:latin typeface="Arial"/>
                <a:ea typeface="Arial"/>
                <a:cs typeface="Arial"/>
                <a:sym typeface="Arial"/>
              </a:rPr>
              <a:t>で大事</a:t>
            </a:r>
            <a:r>
              <a:rPr lang="ja-JP" sz="2000" b="1" i="0" u="sng" strike="noStrike" cap="none" dirty="0">
                <a:solidFill>
                  <a:schemeClr val="dk1"/>
                </a:solidFill>
                <a:latin typeface="Arial"/>
                <a:ea typeface="Arial"/>
                <a:cs typeface="Arial"/>
                <a:sym typeface="Arial"/>
              </a:rPr>
              <a:t>なこと</a:t>
            </a:r>
            <a:endParaRPr sz="1800" b="1" i="0" u="sng" strike="noStrike" cap="none" dirty="0">
              <a:solidFill>
                <a:schemeClr val="dk1"/>
              </a:solidFill>
              <a:latin typeface="Arial"/>
              <a:ea typeface="Arial"/>
              <a:cs typeface="Arial"/>
              <a:sym typeface="Arial"/>
            </a:endParaRPr>
          </a:p>
          <a:p>
            <a:pPr marL="0" marR="0" lvl="0" indent="0" algn="l" rtl="0">
              <a:lnSpc>
                <a:spcPct val="100000"/>
              </a:lnSpc>
              <a:spcBef>
                <a:spcPts val="0"/>
              </a:spcBef>
              <a:spcAft>
                <a:spcPts val="0"/>
              </a:spcAft>
              <a:buClr>
                <a:srgbClr val="000000"/>
              </a:buClr>
              <a:buSzPts val="1400"/>
              <a:buFont typeface="Arial"/>
              <a:buNone/>
            </a:pPr>
            <a:endParaRPr lang="en-US" b="1" i="0" u="none" strike="noStrike" cap="none" dirty="0" smtClean="0">
              <a:solidFill>
                <a:schemeClr val="dk1"/>
              </a:solidFill>
              <a:sym typeface="Arial"/>
            </a:endParaRPr>
          </a:p>
          <a:p>
            <a:pPr marL="0" marR="0" lvl="0" indent="0" algn="l" rtl="0">
              <a:lnSpc>
                <a:spcPct val="100000"/>
              </a:lnSpc>
              <a:spcBef>
                <a:spcPts val="0"/>
              </a:spcBef>
              <a:spcAft>
                <a:spcPts val="0"/>
              </a:spcAft>
              <a:buClr>
                <a:srgbClr val="000000"/>
              </a:buClr>
              <a:buSzPts val="1400"/>
              <a:buFont typeface="Arial"/>
              <a:buNone/>
            </a:pPr>
            <a:r>
              <a:rPr lang="ja-JP" altLang="en-US" b="1" dirty="0" smtClean="0">
                <a:solidFill>
                  <a:schemeClr val="dk1"/>
                </a:solidFill>
              </a:rPr>
              <a:t>・制限時間以内に成果物をまとめること</a:t>
            </a:r>
            <a:endParaRPr lang="en-US" altLang="ja-JP" b="1" dirty="0" smtClean="0">
              <a:solidFill>
                <a:schemeClr val="dk1"/>
              </a:solidFill>
            </a:endParaRPr>
          </a:p>
          <a:p>
            <a:pPr marL="0" marR="0" lvl="0" indent="0" algn="l" rtl="0">
              <a:lnSpc>
                <a:spcPct val="100000"/>
              </a:lnSpc>
              <a:spcBef>
                <a:spcPts val="0"/>
              </a:spcBef>
              <a:spcAft>
                <a:spcPts val="0"/>
              </a:spcAft>
              <a:buClr>
                <a:srgbClr val="000000"/>
              </a:buClr>
              <a:buSzPts val="1400"/>
              <a:buFont typeface="Arial"/>
              <a:buNone/>
            </a:pPr>
            <a:r>
              <a:rPr lang="ja-JP" altLang="en-US" b="1" i="0" u="none" strike="noStrike" cap="none" dirty="0" smtClean="0">
                <a:solidFill>
                  <a:schemeClr val="dk1"/>
                </a:solidFill>
                <a:sym typeface="Arial"/>
              </a:rPr>
              <a:t>・ユーザーインターフェース</a:t>
            </a:r>
            <a:r>
              <a:rPr lang="en-US" altLang="ja-JP" b="1" i="0" u="none" strike="noStrike" cap="none" dirty="0" smtClean="0">
                <a:solidFill>
                  <a:schemeClr val="dk1"/>
                </a:solidFill>
                <a:sym typeface="Arial"/>
              </a:rPr>
              <a:t>(</a:t>
            </a:r>
            <a:r>
              <a:rPr lang="ja-JP" altLang="en-US" b="1" i="0" u="none" strike="noStrike" cap="none" dirty="0" smtClean="0">
                <a:solidFill>
                  <a:schemeClr val="dk1"/>
                </a:solidFill>
                <a:sym typeface="Arial"/>
              </a:rPr>
              <a:t>ユーザーの見やすさ、使いやすさ</a:t>
            </a:r>
            <a:r>
              <a:rPr lang="en-US" altLang="ja-JP" b="1" i="0" u="none" strike="noStrike" cap="none" dirty="0" smtClean="0">
                <a:solidFill>
                  <a:schemeClr val="dk1"/>
                </a:solidFill>
                <a:sym typeface="Arial"/>
              </a:rPr>
              <a:t>)</a:t>
            </a:r>
            <a:r>
              <a:rPr lang="ja-JP" altLang="en-US" b="1" i="0" u="none" strike="noStrike" cap="none" dirty="0" smtClean="0">
                <a:solidFill>
                  <a:schemeClr val="dk1"/>
                </a:solidFill>
                <a:sym typeface="Arial"/>
              </a:rPr>
              <a:t>を意識したデザインを</a:t>
            </a:r>
            <a:endParaRPr lang="en-US" altLang="ja-JP" b="1" i="0" u="none" strike="noStrike" cap="none" dirty="0" smtClean="0">
              <a:solidFill>
                <a:schemeClr val="dk1"/>
              </a:solidFill>
              <a:sym typeface="Arial"/>
            </a:endParaRPr>
          </a:p>
          <a:p>
            <a:pPr marL="0" marR="0" lvl="0" indent="0" algn="l" rtl="0">
              <a:lnSpc>
                <a:spcPct val="100000"/>
              </a:lnSpc>
              <a:spcBef>
                <a:spcPts val="0"/>
              </a:spcBef>
              <a:spcAft>
                <a:spcPts val="0"/>
              </a:spcAft>
              <a:buClr>
                <a:srgbClr val="000000"/>
              </a:buClr>
              <a:buSzPts val="1400"/>
              <a:buFont typeface="Arial"/>
              <a:buNone/>
            </a:pPr>
            <a:r>
              <a:rPr lang="ja-JP" altLang="en-US" b="1" dirty="0">
                <a:solidFill>
                  <a:schemeClr val="dk1"/>
                </a:solidFill>
              </a:rPr>
              <a:t>　</a:t>
            </a:r>
            <a:r>
              <a:rPr lang="ja-JP" altLang="en-US" b="1" i="0" u="none" strike="noStrike" cap="none" dirty="0" smtClean="0">
                <a:solidFill>
                  <a:schemeClr val="dk1"/>
                </a:solidFill>
                <a:sym typeface="Arial"/>
              </a:rPr>
              <a:t>すること</a:t>
            </a:r>
            <a:endParaRPr lang="en-US" altLang="ja-JP" b="1" i="0" u="none" strike="noStrike" cap="none" dirty="0" smtClean="0">
              <a:solidFill>
                <a:schemeClr val="dk1"/>
              </a:solidFill>
              <a:sym typeface="Arial"/>
            </a:endParaRPr>
          </a:p>
          <a:p>
            <a:pPr marL="0" marR="0" lvl="0" indent="0" algn="l" rtl="0">
              <a:lnSpc>
                <a:spcPct val="100000"/>
              </a:lnSpc>
              <a:spcBef>
                <a:spcPts val="0"/>
              </a:spcBef>
              <a:spcAft>
                <a:spcPts val="0"/>
              </a:spcAft>
              <a:buClr>
                <a:srgbClr val="000000"/>
              </a:buClr>
              <a:buSzPts val="1400"/>
              <a:buFont typeface="Arial"/>
              <a:buNone/>
            </a:pPr>
            <a:r>
              <a:rPr lang="ja-JP" altLang="en-US" b="1" dirty="0">
                <a:solidFill>
                  <a:schemeClr val="dk1"/>
                </a:solidFill>
              </a:rPr>
              <a:t>　</a:t>
            </a:r>
            <a:r>
              <a:rPr lang="en-US" altLang="ja-JP" sz="1200" b="1" dirty="0" smtClean="0">
                <a:solidFill>
                  <a:schemeClr val="dk1"/>
                </a:solidFill>
              </a:rPr>
              <a:t>※</a:t>
            </a:r>
            <a:r>
              <a:rPr lang="ja-JP" altLang="en-US" sz="1200" b="1" dirty="0" smtClean="0">
                <a:solidFill>
                  <a:schemeClr val="dk1"/>
                </a:solidFill>
              </a:rPr>
              <a:t>お客様が思いつかないようなアイデアがあるとベター！</a:t>
            </a:r>
            <a:endParaRPr sz="1200" b="1" i="0" u="none" strike="noStrike" cap="none" dirty="0">
              <a:solidFill>
                <a:schemeClr val="dk1"/>
              </a:solidFill>
              <a:sym typeface="Arial"/>
            </a:endParaRPr>
          </a:p>
        </p:txBody>
      </p:sp>
      <p:sp>
        <p:nvSpPr>
          <p:cNvPr id="7" name="Google Shape;142;p7"/>
          <p:cNvSpPr txBox="1"/>
          <p:nvPr/>
        </p:nvSpPr>
        <p:spPr>
          <a:xfrm>
            <a:off x="953999" y="3403788"/>
            <a:ext cx="8420700" cy="1136468"/>
          </a:xfrm>
          <a:prstGeom prst="rect">
            <a:avLst/>
          </a:prstGeom>
          <a:noFill/>
          <a:ln w="9525" cap="flat" cmpd="sng">
            <a:solidFill>
              <a:srgbClr val="7F7F7F"/>
            </a:solidFill>
            <a:prstDash val="solid"/>
            <a:round/>
            <a:headEnd type="none" w="sm" len="sm"/>
            <a:tailEnd type="none" w="sm" len="sm"/>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Clr>
                <a:srgbClr val="000000"/>
              </a:buClr>
              <a:buSzPts val="1400"/>
              <a:buFont typeface="Arial"/>
              <a:buNone/>
            </a:pPr>
            <a:r>
              <a:rPr lang="ja-JP" altLang="en-US" sz="2000" b="1" u="sng" dirty="0">
                <a:solidFill>
                  <a:schemeClr val="dk1"/>
                </a:solidFill>
              </a:rPr>
              <a:t>アドバイス</a:t>
            </a:r>
            <a:endParaRPr sz="1200" b="1" i="0" u="sng" strike="noStrike" cap="none" dirty="0">
              <a:solidFill>
                <a:schemeClr val="dk1"/>
              </a:solidFill>
              <a:latin typeface="Arial"/>
              <a:ea typeface="Arial"/>
              <a:cs typeface="Arial"/>
              <a:sym typeface="Arial"/>
            </a:endParaRPr>
          </a:p>
          <a:p>
            <a:pPr marL="0" marR="0" lvl="0" indent="0" algn="l" rtl="0">
              <a:lnSpc>
                <a:spcPct val="100000"/>
              </a:lnSpc>
              <a:spcBef>
                <a:spcPts val="0"/>
              </a:spcBef>
              <a:spcAft>
                <a:spcPts val="0"/>
              </a:spcAft>
              <a:buClr>
                <a:srgbClr val="000000"/>
              </a:buClr>
              <a:buSzPts val="1400"/>
              <a:buFont typeface="Arial"/>
              <a:buNone/>
            </a:pPr>
            <a:endParaRPr lang="en-US" sz="1000" b="1" i="0" u="none" strike="noStrike" cap="none" dirty="0" smtClean="0">
              <a:solidFill>
                <a:schemeClr val="dk1"/>
              </a:solidFill>
              <a:latin typeface="Arial"/>
              <a:ea typeface="Arial"/>
              <a:cs typeface="Arial"/>
              <a:sym typeface="Arial"/>
            </a:endParaRPr>
          </a:p>
          <a:p>
            <a:pPr marL="0" marR="0" lvl="0" indent="0" algn="l" rtl="0">
              <a:lnSpc>
                <a:spcPct val="100000"/>
              </a:lnSpc>
              <a:spcBef>
                <a:spcPts val="0"/>
              </a:spcBef>
              <a:spcAft>
                <a:spcPts val="0"/>
              </a:spcAft>
              <a:buClr>
                <a:srgbClr val="000000"/>
              </a:buClr>
              <a:buSzPts val="1400"/>
              <a:buFont typeface="Arial"/>
              <a:buNone/>
            </a:pPr>
            <a:r>
              <a:rPr lang="ja-JP" altLang="en-US" b="1" dirty="0" smtClean="0">
                <a:solidFill>
                  <a:schemeClr val="dk1"/>
                </a:solidFill>
              </a:rPr>
              <a:t>・先に全員で配置と枠だけ決めて、それぞれの領域を作業分担するとよいでしょう。</a:t>
            </a:r>
            <a:endParaRPr lang="en-US" altLang="ja-JP" b="1" dirty="0" smtClean="0">
              <a:solidFill>
                <a:schemeClr val="dk1"/>
              </a:solidFill>
            </a:endParaRPr>
          </a:p>
          <a:p>
            <a:pPr marL="0" marR="0" lvl="0" indent="0" algn="l" rtl="0">
              <a:lnSpc>
                <a:spcPct val="100000"/>
              </a:lnSpc>
              <a:spcBef>
                <a:spcPts val="0"/>
              </a:spcBef>
              <a:spcAft>
                <a:spcPts val="0"/>
              </a:spcAft>
              <a:buClr>
                <a:srgbClr val="000000"/>
              </a:buClr>
              <a:buSzPts val="1400"/>
              <a:buFont typeface="Arial"/>
              <a:buNone/>
            </a:pPr>
            <a:r>
              <a:rPr lang="ja-JP" altLang="en-US" b="1" i="0" u="none" strike="noStrike" cap="none" dirty="0" smtClean="0">
                <a:solidFill>
                  <a:schemeClr val="dk1"/>
                </a:solidFill>
                <a:sym typeface="Arial"/>
              </a:rPr>
              <a:t>・作成者は仕様の意図や工夫ポイントを発表者にたくさん伝えてください！</a:t>
            </a:r>
            <a:endParaRPr lang="en-US" altLang="ja-JP" b="1" i="0" u="none" strike="noStrike" cap="none" dirty="0">
              <a:solidFill>
                <a:schemeClr val="dk1"/>
              </a:solidFill>
              <a:sym typeface="Arial"/>
            </a:endParaRPr>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テキスト ボックス 1"/>
          <p:cNvSpPr txBox="1"/>
          <p:nvPr/>
        </p:nvSpPr>
        <p:spPr>
          <a:xfrm>
            <a:off x="3113024" y="3154680"/>
            <a:ext cx="4570482" cy="369332"/>
          </a:xfrm>
          <a:prstGeom prst="rect">
            <a:avLst/>
          </a:prstGeom>
          <a:noFill/>
        </p:spPr>
        <p:txBody>
          <a:bodyPr wrap="none" rtlCol="0">
            <a:spAutoFit/>
          </a:bodyPr>
          <a:lstStyle/>
          <a:p>
            <a:r>
              <a:rPr kumimoji="1" lang="ja-JP" altLang="en-US" dirty="0" smtClean="0"/>
              <a:t>ここに画面レイアウトを作成してください</a:t>
            </a:r>
            <a:endParaRPr kumimoji="1" lang="ja-JP" altLang="en-US" dirty="0"/>
          </a:p>
        </p:txBody>
      </p:sp>
    </p:spTree>
    <p:extLst>
      <p:ext uri="{BB962C8B-B14F-4D97-AF65-F5344CB8AC3E}">
        <p14:creationId xmlns:p14="http://schemas.microsoft.com/office/powerpoint/2010/main" val="3288529134"/>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Shape 164"/>
        <p:cNvGrpSpPr/>
        <p:nvPr/>
      </p:nvGrpSpPr>
      <p:grpSpPr>
        <a:xfrm>
          <a:off x="0" y="0"/>
          <a:ext cx="0" cy="0"/>
          <a:chOff x="0" y="0"/>
          <a:chExt cx="0" cy="0"/>
        </a:xfrm>
      </p:grpSpPr>
      <p:grpSp>
        <p:nvGrpSpPr>
          <p:cNvPr id="165" name="Google Shape;165;p9"/>
          <p:cNvGrpSpPr/>
          <p:nvPr/>
        </p:nvGrpSpPr>
        <p:grpSpPr>
          <a:xfrm>
            <a:off x="406400" y="5575634"/>
            <a:ext cx="7777672" cy="915950"/>
            <a:chOff x="406400" y="5575634"/>
            <a:chExt cx="7777672" cy="915950"/>
          </a:xfrm>
        </p:grpSpPr>
        <p:grpSp>
          <p:nvGrpSpPr>
            <p:cNvPr id="166" name="Google Shape;166;p9"/>
            <p:cNvGrpSpPr/>
            <p:nvPr/>
          </p:nvGrpSpPr>
          <p:grpSpPr>
            <a:xfrm>
              <a:off x="4902584" y="5650775"/>
              <a:ext cx="1572035" cy="367445"/>
              <a:chOff x="4871628" y="5701575"/>
              <a:chExt cx="1572035" cy="367445"/>
            </a:xfrm>
          </p:grpSpPr>
          <p:pic>
            <p:nvPicPr>
              <p:cNvPr id="167" name="Google Shape;167;p9"/>
              <p:cNvPicPr preferRelativeResize="0"/>
              <p:nvPr/>
            </p:nvPicPr>
            <p:blipFill rotWithShape="1">
              <a:blip r:embed="rId3">
                <a:alphaModFix/>
              </a:blip>
              <a:srcRect/>
              <a:stretch/>
            </p:blipFill>
            <p:spPr>
              <a:xfrm>
                <a:off x="4871628" y="5823428"/>
                <a:ext cx="263900" cy="203203"/>
              </a:xfrm>
              <a:prstGeom prst="rect">
                <a:avLst/>
              </a:prstGeom>
              <a:noFill/>
              <a:ln>
                <a:noFill/>
              </a:ln>
            </p:spPr>
          </p:pic>
          <p:sp>
            <p:nvSpPr>
              <p:cNvPr id="168" name="Google Shape;168;p9"/>
              <p:cNvSpPr txBox="1"/>
              <p:nvPr/>
            </p:nvSpPr>
            <p:spPr>
              <a:xfrm>
                <a:off x="5178624" y="5701575"/>
                <a:ext cx="702964" cy="171058"/>
              </a:xfrm>
              <a:prstGeom prst="rect">
                <a:avLst/>
              </a:prstGeom>
              <a:noFill/>
              <a:ln>
                <a:noFill/>
              </a:ln>
            </p:spPr>
            <p:txBody>
              <a:bodyPr spcFirstLastPara="1" wrap="square" lIns="0" tIns="0" rIns="0" bIns="0" anchor="ctr" anchorCtr="0">
                <a:noAutofit/>
              </a:bodyPr>
              <a:lstStyle/>
              <a:p>
                <a:pPr marL="0" marR="0" lvl="0" indent="0" algn="l" rtl="0">
                  <a:lnSpc>
                    <a:spcPct val="100000"/>
                  </a:lnSpc>
                  <a:spcBef>
                    <a:spcPts val="0"/>
                  </a:spcBef>
                  <a:spcAft>
                    <a:spcPts val="0"/>
                  </a:spcAft>
                  <a:buClr>
                    <a:srgbClr val="B70031"/>
                  </a:buClr>
                  <a:buSzPts val="800"/>
                  <a:buFont typeface="Noto Sans Symbols"/>
                  <a:buNone/>
                </a:pPr>
                <a:r>
                  <a:rPr lang="ja-JP" sz="800" b="0" i="0" u="none" strike="noStrike" cap="none">
                    <a:solidFill>
                      <a:srgbClr val="0C0C0C"/>
                    </a:solidFill>
                    <a:latin typeface="Arial"/>
                    <a:ea typeface="Arial"/>
                    <a:cs typeface="Arial"/>
                    <a:sym typeface="Arial"/>
                  </a:rPr>
                  <a:t>＜フリーコール＞</a:t>
                </a:r>
                <a:endParaRPr sz="800" b="0" i="0" u="none" strike="noStrike" cap="none">
                  <a:solidFill>
                    <a:srgbClr val="0C0C0C"/>
                  </a:solidFill>
                  <a:latin typeface="Arial"/>
                  <a:ea typeface="Arial"/>
                  <a:cs typeface="Arial"/>
                  <a:sym typeface="Arial"/>
                </a:endParaRPr>
              </a:p>
            </p:txBody>
          </p:sp>
          <p:sp>
            <p:nvSpPr>
              <p:cNvPr id="169" name="Google Shape;169;p9"/>
              <p:cNvSpPr txBox="1"/>
              <p:nvPr/>
            </p:nvSpPr>
            <p:spPr>
              <a:xfrm>
                <a:off x="5178624" y="5843544"/>
                <a:ext cx="1265039" cy="225476"/>
              </a:xfrm>
              <a:prstGeom prst="rect">
                <a:avLst/>
              </a:prstGeom>
              <a:noFill/>
              <a:ln>
                <a:noFill/>
              </a:ln>
            </p:spPr>
            <p:txBody>
              <a:bodyPr spcFirstLastPara="1" wrap="square" lIns="0" tIns="0" rIns="0" bIns="0" anchor="ctr" anchorCtr="0">
                <a:noAutofit/>
              </a:bodyPr>
              <a:lstStyle/>
              <a:p>
                <a:pPr marL="0" marR="0" lvl="0" indent="0" algn="l" rtl="0">
                  <a:lnSpc>
                    <a:spcPct val="100000"/>
                  </a:lnSpc>
                  <a:spcBef>
                    <a:spcPts val="0"/>
                  </a:spcBef>
                  <a:spcAft>
                    <a:spcPts val="0"/>
                  </a:spcAft>
                  <a:buClr>
                    <a:srgbClr val="B70031"/>
                  </a:buClr>
                  <a:buSzPts val="1200"/>
                  <a:buFont typeface="Noto Sans Symbols"/>
                  <a:buNone/>
                </a:pPr>
                <a:r>
                  <a:rPr lang="ja-JP" sz="1200" b="0" i="0" u="none" strike="noStrike" cap="none">
                    <a:solidFill>
                      <a:srgbClr val="0C0C0C"/>
                    </a:solidFill>
                    <a:latin typeface="Arial"/>
                    <a:ea typeface="Arial"/>
                    <a:cs typeface="Arial"/>
                    <a:sym typeface="Arial"/>
                  </a:rPr>
                  <a:t>0120-911-901</a:t>
                </a:r>
                <a:endParaRPr sz="1000" b="0" i="0" u="none" strike="noStrike" cap="none">
                  <a:solidFill>
                    <a:srgbClr val="0C0C0C"/>
                  </a:solidFill>
                  <a:latin typeface="Arial"/>
                  <a:ea typeface="Arial"/>
                  <a:cs typeface="Arial"/>
                  <a:sym typeface="Arial"/>
                </a:endParaRPr>
              </a:p>
            </p:txBody>
          </p:sp>
        </p:grpSp>
        <p:cxnSp>
          <p:nvCxnSpPr>
            <p:cNvPr id="170" name="Google Shape;170;p9"/>
            <p:cNvCxnSpPr/>
            <p:nvPr/>
          </p:nvCxnSpPr>
          <p:spPr>
            <a:xfrm>
              <a:off x="415925" y="6079015"/>
              <a:ext cx="7760017" cy="0"/>
            </a:xfrm>
            <a:prstGeom prst="straightConnector1">
              <a:avLst/>
            </a:prstGeom>
            <a:solidFill>
              <a:srgbClr val="FFFF99"/>
            </a:solidFill>
            <a:ln w="9525" cap="flat" cmpd="sng">
              <a:solidFill>
                <a:srgbClr val="FF2540"/>
              </a:solidFill>
              <a:prstDash val="solid"/>
              <a:round/>
              <a:headEnd type="none" w="sm" len="sm"/>
              <a:tailEnd type="none" w="sm" len="sm"/>
            </a:ln>
          </p:spPr>
        </p:cxnSp>
        <p:sp>
          <p:nvSpPr>
            <p:cNvPr id="171" name="Google Shape;171;p9"/>
            <p:cNvSpPr txBox="1"/>
            <p:nvPr/>
          </p:nvSpPr>
          <p:spPr>
            <a:xfrm>
              <a:off x="415925" y="6162882"/>
              <a:ext cx="7760017" cy="328702"/>
            </a:xfrm>
            <a:prstGeom prst="rect">
              <a:avLst/>
            </a:prstGeom>
            <a:noFill/>
            <a:ln>
              <a:noFill/>
            </a:ln>
          </p:spPr>
          <p:txBody>
            <a:bodyPr spcFirstLastPara="1" wrap="square" lIns="0" tIns="0" rIns="0" bIns="0" anchor="ctr" anchorCtr="0">
              <a:noAutofit/>
            </a:bodyPr>
            <a:lstStyle/>
            <a:p>
              <a:pPr marL="0" marR="0" lvl="0" indent="0" algn="just" rtl="0">
                <a:lnSpc>
                  <a:spcPct val="100000"/>
                </a:lnSpc>
                <a:spcBef>
                  <a:spcPts val="0"/>
                </a:spcBef>
                <a:spcAft>
                  <a:spcPts val="0"/>
                </a:spcAft>
                <a:buClr>
                  <a:srgbClr val="B70031"/>
                </a:buClr>
                <a:buSzPts val="700"/>
                <a:buFont typeface="Noto Sans Symbols"/>
                <a:buNone/>
              </a:pPr>
              <a:r>
                <a:rPr lang="ja-JP" sz="700" b="0" i="0" u="none" strike="noStrike" cap="none">
                  <a:solidFill>
                    <a:srgbClr val="0C0C0C"/>
                  </a:solidFill>
                  <a:latin typeface="Arial"/>
                  <a:ea typeface="Arial"/>
                  <a:cs typeface="Arial"/>
                  <a:sym typeface="Arial"/>
                </a:rPr>
                <a:t>●記載の製品・サービス名および会社名などは、それぞれ各社の商標または登録商標です。　●製品・サービスの仕様などは予告なく変更させていただく場合があります。　●KCCSは京セラコミュニケーションシステム株式会社の略称です。　●「アメーバ経営」に関する権利は京セラ株式会社が保有しています。●本資料の一部、あるいは全部について、京セラコミュニケーションシステムから文書による承諾を得ずに、いかなる方法においても無断で複写、複製することは禁じられています。</a:t>
              </a:r>
              <a:endParaRPr sz="700" b="0" i="0" u="none" strike="noStrike" cap="none">
                <a:solidFill>
                  <a:srgbClr val="0C0C0C"/>
                </a:solidFill>
                <a:latin typeface="Arial"/>
                <a:ea typeface="Arial"/>
                <a:cs typeface="Arial"/>
                <a:sym typeface="Arial"/>
              </a:endParaRPr>
            </a:p>
          </p:txBody>
        </p:sp>
        <p:grpSp>
          <p:nvGrpSpPr>
            <p:cNvPr id="172" name="Google Shape;172;p9"/>
            <p:cNvGrpSpPr/>
            <p:nvPr/>
          </p:nvGrpSpPr>
          <p:grpSpPr>
            <a:xfrm>
              <a:off x="6456479" y="5650775"/>
              <a:ext cx="1727593" cy="397377"/>
              <a:chOff x="6400123" y="5701575"/>
              <a:chExt cx="1727593" cy="397377"/>
            </a:xfrm>
          </p:grpSpPr>
          <p:sp>
            <p:nvSpPr>
              <p:cNvPr id="173" name="Google Shape;173;p9"/>
              <p:cNvSpPr txBox="1"/>
              <p:nvPr/>
            </p:nvSpPr>
            <p:spPr>
              <a:xfrm>
                <a:off x="6699767" y="5843544"/>
                <a:ext cx="1427949" cy="225476"/>
              </a:xfrm>
              <a:prstGeom prst="rect">
                <a:avLst/>
              </a:prstGeom>
              <a:noFill/>
              <a:ln>
                <a:noFill/>
              </a:ln>
            </p:spPr>
            <p:txBody>
              <a:bodyPr spcFirstLastPara="1" wrap="square" lIns="0" tIns="0" rIns="0" bIns="0" anchor="ctr" anchorCtr="0">
                <a:noAutofit/>
              </a:bodyPr>
              <a:lstStyle/>
              <a:p>
                <a:pPr marL="0" marR="0" lvl="0" indent="0" algn="l" rtl="0">
                  <a:lnSpc>
                    <a:spcPct val="100000"/>
                  </a:lnSpc>
                  <a:spcBef>
                    <a:spcPts val="0"/>
                  </a:spcBef>
                  <a:spcAft>
                    <a:spcPts val="0"/>
                  </a:spcAft>
                  <a:buClr>
                    <a:srgbClr val="B70031"/>
                  </a:buClr>
                  <a:buSzPts val="1200"/>
                  <a:buFont typeface="Noto Sans Symbols"/>
                  <a:buNone/>
                </a:pPr>
                <a:r>
                  <a:rPr lang="ja-JP" sz="1200" b="0" i="0" u="none" strike="noStrike" cap="none">
                    <a:solidFill>
                      <a:srgbClr val="0C0C0C"/>
                    </a:solidFill>
                    <a:latin typeface="Arial"/>
                    <a:ea typeface="Arial"/>
                    <a:cs typeface="Arial"/>
                    <a:sym typeface="Arial"/>
                  </a:rPr>
                  <a:t>050-2018-1827</a:t>
                </a:r>
                <a:endParaRPr sz="1000" b="0" i="0" u="none" strike="noStrike" cap="none">
                  <a:solidFill>
                    <a:srgbClr val="0C0C0C"/>
                  </a:solidFill>
                  <a:latin typeface="Arial"/>
                  <a:ea typeface="Arial"/>
                  <a:cs typeface="Arial"/>
                  <a:sym typeface="Arial"/>
                </a:endParaRPr>
              </a:p>
            </p:txBody>
          </p:sp>
          <p:sp>
            <p:nvSpPr>
              <p:cNvPr id="174" name="Google Shape;174;p9"/>
              <p:cNvSpPr txBox="1"/>
              <p:nvPr/>
            </p:nvSpPr>
            <p:spPr>
              <a:xfrm>
                <a:off x="6699767" y="5701575"/>
                <a:ext cx="1161250" cy="171058"/>
              </a:xfrm>
              <a:prstGeom prst="rect">
                <a:avLst/>
              </a:prstGeom>
              <a:noFill/>
              <a:ln>
                <a:noFill/>
              </a:ln>
            </p:spPr>
            <p:txBody>
              <a:bodyPr spcFirstLastPara="1" wrap="square" lIns="0" tIns="0" rIns="0" bIns="0" anchor="ctr" anchorCtr="0">
                <a:noAutofit/>
              </a:bodyPr>
              <a:lstStyle/>
              <a:p>
                <a:pPr marL="0" marR="0" lvl="0" indent="0" algn="l" rtl="0">
                  <a:lnSpc>
                    <a:spcPct val="100000"/>
                  </a:lnSpc>
                  <a:spcBef>
                    <a:spcPts val="0"/>
                  </a:spcBef>
                  <a:spcAft>
                    <a:spcPts val="0"/>
                  </a:spcAft>
                  <a:buClr>
                    <a:srgbClr val="B70031"/>
                  </a:buClr>
                  <a:buSzPts val="800"/>
                  <a:buFont typeface="Noto Sans Symbols"/>
                  <a:buNone/>
                </a:pPr>
                <a:r>
                  <a:rPr lang="ja-JP" sz="800" b="0" i="0" u="none" strike="noStrike" cap="none">
                    <a:solidFill>
                      <a:srgbClr val="0C0C0C"/>
                    </a:solidFill>
                    <a:latin typeface="Arial"/>
                    <a:ea typeface="Arial"/>
                    <a:cs typeface="Arial"/>
                    <a:sym typeface="Arial"/>
                  </a:rPr>
                  <a:t>＜携帯電話・IP電話など＞</a:t>
                </a:r>
                <a:endParaRPr sz="800" b="0" i="0" u="none" strike="noStrike" cap="none">
                  <a:solidFill>
                    <a:srgbClr val="0C0C0C"/>
                  </a:solidFill>
                  <a:latin typeface="Arial"/>
                  <a:ea typeface="Arial"/>
                  <a:cs typeface="Arial"/>
                  <a:sym typeface="Arial"/>
                </a:endParaRPr>
              </a:p>
            </p:txBody>
          </p:sp>
          <p:pic>
            <p:nvPicPr>
              <p:cNvPr id="175" name="Google Shape;175;p9"/>
              <p:cNvPicPr preferRelativeResize="0"/>
              <p:nvPr/>
            </p:nvPicPr>
            <p:blipFill rotWithShape="1">
              <a:blip r:embed="rId4">
                <a:alphaModFix/>
              </a:blip>
              <a:srcRect/>
              <a:stretch/>
            </p:blipFill>
            <p:spPr>
              <a:xfrm>
                <a:off x="6400123" y="5732279"/>
                <a:ext cx="366673" cy="366673"/>
              </a:xfrm>
              <a:prstGeom prst="rect">
                <a:avLst/>
              </a:prstGeom>
              <a:noFill/>
              <a:ln>
                <a:noFill/>
              </a:ln>
            </p:spPr>
          </p:pic>
        </p:grpSp>
        <p:grpSp>
          <p:nvGrpSpPr>
            <p:cNvPr id="176" name="Google Shape;176;p9"/>
            <p:cNvGrpSpPr/>
            <p:nvPr/>
          </p:nvGrpSpPr>
          <p:grpSpPr>
            <a:xfrm>
              <a:off x="406400" y="5575634"/>
              <a:ext cx="4370365" cy="452438"/>
              <a:chOff x="406400" y="5575634"/>
              <a:chExt cx="4370365" cy="452438"/>
            </a:xfrm>
          </p:grpSpPr>
          <p:sp>
            <p:nvSpPr>
              <p:cNvPr id="177" name="Google Shape;177;p9"/>
              <p:cNvSpPr txBox="1"/>
              <p:nvPr/>
            </p:nvSpPr>
            <p:spPr>
              <a:xfrm>
                <a:off x="917528" y="5760112"/>
                <a:ext cx="3859237" cy="236414"/>
              </a:xfrm>
              <a:prstGeom prst="rect">
                <a:avLst/>
              </a:prstGeom>
              <a:noFill/>
              <a:ln>
                <a:noFill/>
              </a:ln>
            </p:spPr>
            <p:txBody>
              <a:bodyPr spcFirstLastPara="1" wrap="square" lIns="0" tIns="0" rIns="0" bIns="0" anchor="ctr" anchorCtr="0">
                <a:noAutofit/>
              </a:bodyPr>
              <a:lstStyle/>
              <a:p>
                <a:pPr marL="0" marR="0" lvl="0" indent="0" algn="l" rtl="0">
                  <a:lnSpc>
                    <a:spcPct val="100000"/>
                  </a:lnSpc>
                  <a:spcBef>
                    <a:spcPts val="0"/>
                  </a:spcBef>
                  <a:spcAft>
                    <a:spcPts val="0"/>
                  </a:spcAft>
                  <a:buClr>
                    <a:srgbClr val="000000"/>
                  </a:buClr>
                  <a:buSzPts val="1600"/>
                  <a:buFont typeface="Arial"/>
                  <a:buNone/>
                </a:pPr>
                <a:r>
                  <a:rPr lang="ja-JP" sz="1600" b="1" i="0" u="none" strike="noStrike" cap="none">
                    <a:solidFill>
                      <a:srgbClr val="0C0C0C"/>
                    </a:solidFill>
                    <a:latin typeface="Arial"/>
                    <a:ea typeface="Arial"/>
                    <a:cs typeface="Arial"/>
                    <a:sym typeface="Arial"/>
                  </a:rPr>
                  <a:t>https://www.kccs.co.jp/contact/</a:t>
                </a:r>
                <a:endParaRPr sz="1400" b="0" i="0" u="none" strike="noStrike" cap="none">
                  <a:solidFill>
                    <a:srgbClr val="000000"/>
                  </a:solidFill>
                  <a:latin typeface="Arial"/>
                  <a:ea typeface="Arial"/>
                  <a:cs typeface="Arial"/>
                  <a:sym typeface="Arial"/>
                </a:endParaRPr>
              </a:p>
            </p:txBody>
          </p:sp>
          <p:pic>
            <p:nvPicPr>
              <p:cNvPr id="178" name="Google Shape;178;p9"/>
              <p:cNvPicPr preferRelativeResize="0"/>
              <p:nvPr/>
            </p:nvPicPr>
            <p:blipFill rotWithShape="1">
              <a:blip r:embed="rId5">
                <a:alphaModFix/>
              </a:blip>
              <a:srcRect/>
              <a:stretch/>
            </p:blipFill>
            <p:spPr>
              <a:xfrm>
                <a:off x="406400" y="5575634"/>
                <a:ext cx="452438" cy="452438"/>
              </a:xfrm>
              <a:prstGeom prst="rect">
                <a:avLst/>
              </a:prstGeom>
              <a:noFill/>
              <a:ln>
                <a:noFill/>
              </a:ln>
            </p:spPr>
          </p:pic>
          <p:sp>
            <p:nvSpPr>
              <p:cNvPr id="179" name="Google Shape;179;p9"/>
              <p:cNvSpPr txBox="1"/>
              <p:nvPr/>
            </p:nvSpPr>
            <p:spPr>
              <a:xfrm>
                <a:off x="917527" y="5586577"/>
                <a:ext cx="1223770" cy="133359"/>
              </a:xfrm>
              <a:prstGeom prst="rect">
                <a:avLst/>
              </a:prstGeom>
              <a:noFill/>
              <a:ln>
                <a:noFill/>
              </a:ln>
            </p:spPr>
            <p:txBody>
              <a:bodyPr spcFirstLastPara="1" wrap="square" lIns="0" tIns="0" rIns="0" bIns="0" anchor="t" anchorCtr="0">
                <a:noAutofit/>
              </a:bodyPr>
              <a:lstStyle/>
              <a:p>
                <a:pPr marL="0" marR="0" lvl="0" indent="0" algn="l" rtl="0">
                  <a:lnSpc>
                    <a:spcPct val="90000"/>
                  </a:lnSpc>
                  <a:spcBef>
                    <a:spcPts val="0"/>
                  </a:spcBef>
                  <a:spcAft>
                    <a:spcPts val="0"/>
                  </a:spcAft>
                  <a:buClr>
                    <a:srgbClr val="B70031"/>
                  </a:buClr>
                  <a:buSzPts val="1050"/>
                  <a:buFont typeface="Noto Sans Symbols"/>
                  <a:buNone/>
                </a:pPr>
                <a:r>
                  <a:rPr lang="ja-JP" sz="1050" b="0" i="0" u="none" strike="noStrike" cap="none">
                    <a:solidFill>
                      <a:srgbClr val="0C0C0C"/>
                    </a:solidFill>
                    <a:latin typeface="Arial"/>
                    <a:ea typeface="Arial"/>
                    <a:cs typeface="Arial"/>
                    <a:sym typeface="Arial"/>
                  </a:rPr>
                  <a:t>お問い合わせ</a:t>
                </a:r>
                <a:endParaRPr sz="1050" b="0" i="0" u="none" strike="noStrike" cap="none">
                  <a:solidFill>
                    <a:srgbClr val="0C0C0C"/>
                  </a:solidFill>
                  <a:latin typeface="Arial"/>
                  <a:ea typeface="Arial"/>
                  <a:cs typeface="Arial"/>
                  <a:sym typeface="Arial"/>
                </a:endParaRPr>
              </a:p>
            </p:txBody>
          </p:sp>
        </p:grpSp>
      </p:grpSp>
    </p:spTree>
  </p:cSld>
  <p:clrMapOvr>
    <a:masterClrMapping/>
  </p:clrMapOvr>
</p:sld>
</file>

<file path=ppt/theme/theme1.xml><?xml version="1.0" encoding="utf-8"?>
<a:theme xmlns:a="http://schemas.openxmlformats.org/drawingml/2006/main" name="Office テーマ">
  <a:themeElements>
    <a:clrScheme name="Office テーマ">
      <a:dk1>
        <a:srgbClr val="000000"/>
      </a:dk1>
      <a:lt1>
        <a:srgbClr val="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name="Office テーマ">
  <a:themeElements>
    <a:clrScheme name="Office">
      <a:dk1>
        <a:srgbClr val="000000"/>
      </a:dk1>
      <a:lt1>
        <a:srgbClr val="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279</TotalTime>
  <Words>685</Words>
  <Application>Microsoft Office PowerPoint</Application>
  <PresentationFormat>A4 210 x 297 mm</PresentationFormat>
  <Paragraphs>87</Paragraphs>
  <Slides>7</Slides>
  <Notes>7</Notes>
  <HiddenSlides>0</HiddenSlides>
  <MMClips>0</MMClips>
  <ScaleCrop>false</ScaleCrop>
  <HeadingPairs>
    <vt:vector size="6" baseType="variant">
      <vt:variant>
        <vt:lpstr>使用されているフォント</vt:lpstr>
      </vt:variant>
      <vt:variant>
        <vt:i4>4</vt:i4>
      </vt:variant>
      <vt:variant>
        <vt:lpstr>テーマ</vt:lpstr>
      </vt:variant>
      <vt:variant>
        <vt:i4>1</vt:i4>
      </vt:variant>
      <vt:variant>
        <vt:lpstr>スライド タイトル</vt:lpstr>
      </vt:variant>
      <vt:variant>
        <vt:i4>7</vt:i4>
      </vt:variant>
    </vt:vector>
  </HeadingPairs>
  <TitlesOfParts>
    <vt:vector size="12" baseType="lpstr">
      <vt:lpstr>ＭＳ Ｐゴシック</vt:lpstr>
      <vt:lpstr>Noto Sans Symbols</vt:lpstr>
      <vt:lpstr>Arial</vt:lpstr>
      <vt:lpstr>Calibri</vt:lpstr>
      <vt:lpstr>Office テーマ</vt:lpstr>
      <vt:lpstr>PowerPoint プレゼンテーション</vt:lpstr>
      <vt:lpstr>ストーリー</vt:lpstr>
      <vt:lpstr>Cera-ｾﾗ-さんへのヒアリング内容</vt:lpstr>
      <vt:lpstr>画面表示内容</vt:lpstr>
      <vt:lpstr>画面レイアウト作成ゲーム概要</vt:lpstr>
      <vt:lpstr>PowerPoint プレゼンテーション</vt:lpstr>
      <vt:lpstr>PowerPoint プレゼンテーション</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プレゼンテーション</dc:title>
  <dc:creator>吉永　瑞季</dc:creator>
  <cp:lastModifiedBy>吉永　瑞季</cp:lastModifiedBy>
  <cp:revision>20</cp:revision>
  <dcterms:created xsi:type="dcterms:W3CDTF">2019-11-07T03:46:42Z</dcterms:created>
  <dcterms:modified xsi:type="dcterms:W3CDTF">2024-11-11T02:12:59Z</dcterms:modified>
</cp:coreProperties>
</file>